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8525E1-5E46-27C1-DE49-76CF6E812662}" name="CALEBE AFONSO DO NASCIMENTO" initials="CN" userId="S::calebe.anascimento@senacsp.edu.br::1490a1f1-bb9b-4ea8-b5f6-fd82f510278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75620-343A-37CB-CA1A-E7ED432EB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016180-54CC-B152-5AD1-97A961C07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2E5F83-BE24-8118-B292-B16E0A4A1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69107-233B-5824-AF39-DBB9BBF0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8B76A6-81D5-5090-57E6-ADAF2BC9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68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E4B34-C921-8E81-85E6-51AA4298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81A5AC-A8E9-4674-1026-C96D1459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7086A8-6F4B-5B1E-CAB4-2FEF2404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EBE27F-DE89-B223-522E-DCE3CD88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BE1CA6-329E-F3EA-2FB8-85454B35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A086E-BF01-F0C1-F418-5FF2444C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C841FA-3B89-CB36-927B-247EFDFFF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7D3B66-7E38-F4C9-7157-9697EE21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2E9380-A385-749F-476F-5010365D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D56102-D529-5B21-E031-BF86CB40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34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96467-89F4-DB62-B848-DFDFD9DD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D5AE9D-2550-792C-50E6-D51680EA5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08AA67-F1BD-22AD-BEAD-987558B79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3E7F4D-EBED-0E01-DD82-25479D5F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7CC669-C315-005B-E562-BA9D340B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C23751-5454-7987-0C76-6FD5FE6E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458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CA644-2871-8EEB-1A83-EA78A2B6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065F61-9C5F-781D-5DD0-6A968176F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1D9CDC-CE97-7870-4303-EE6CC96F8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04BC3C-18DF-6E30-E9DA-04D3F3746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F1D459E-01A1-78F7-7FC5-4CA4FC2C7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F1CA39-8577-C556-F761-5E3A39C1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48F0C8-20F2-2FEA-03E9-2CF6BA6E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6A2BD8C-6762-E970-CF62-DCE4939E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07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C73F3-656F-8F19-FB77-2FB99AEA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BBB08E-429A-95D9-1F3D-6D5C8723E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60EF33-D5D1-399A-5F96-58606F17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DC7720-DB1F-6F20-1AE5-19ECBDD8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128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85F757-2F3B-4D24-83FF-7D545AFE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829F10-BBD6-0591-EE7B-94810813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7ACC68-8B56-DF36-5B2D-986F05E3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26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D3FF-9851-8A6C-D809-FB03B5C82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21A2F-C213-6EF5-3871-4E849E845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B39AF6-59A8-73A4-5BD0-EDADFB20B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672033-AC69-3297-5E85-4C188263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06CC6B-A854-6B9E-6A0B-A63D108D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F3E36C-ABD6-6401-9975-53884C36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31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7A3B-2F42-23D1-6504-254EF6520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232365-2928-3E97-2BFA-E0561D98F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558D58-DA5A-6BCE-2CC3-91FC3ED3E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C26A9C-13B1-5113-AE03-C84975EF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F58259-8D5D-3CFD-0BC6-E3C7F9194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DC6A5A-82FA-5374-218D-36E3376E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60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C5E1D-0776-4078-269D-897C732B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8BA870-5D63-0C29-309B-748924EED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1ED22C-8422-A8DC-0C59-050540FE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D47A36-18CA-81F3-F7A1-8ED9B13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61190F-3EAB-5464-DBF9-F0F0ADC8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4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32867C-0682-84A6-50E0-4E0D6825C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06ED9E-48F7-C77F-E58C-FEC5F6218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31DC5F-E143-7460-2185-CFFDEE22D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BC5354-1A06-F144-453C-B24B0FB7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9A6EAD-5898-82B9-A17D-38A9D479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0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E10D70A-3AB0-48CA-113C-C7155728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ACEA0-D144-9103-87A6-BA17A19BD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CA9C2A-01DB-9CF9-96EA-4CA2E730A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5BC36-A83B-4CB1-807B-375196FE648F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20F094-F034-4CDE-9DDD-CBE538E86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56918E-2E42-A9EC-A664-2065926F3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E9ABE-9904-4D44-9ACD-7808A490E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67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1">
            <a:extLst>
              <a:ext uri="{FF2B5EF4-FFF2-40B4-BE49-F238E27FC236}">
                <a16:creationId xmlns:a16="http://schemas.microsoft.com/office/drawing/2014/main" id="{BFDC535F-AC0A-417D-96AB-6706BECAC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000"/>
          </a:xfrm>
          <a:prstGeom prst="rect">
            <a:avLst/>
          </a:prstGeom>
          <a:solidFill>
            <a:srgbClr val="5E45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id="{97AAAF8E-31DB-4148-8FCA-4D8233D6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53" y="484068"/>
            <a:ext cx="6898027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55">
            <a:extLst>
              <a:ext uri="{FF2B5EF4-FFF2-40B4-BE49-F238E27FC236}">
                <a16:creationId xmlns:a16="http://schemas.microsoft.com/office/drawing/2014/main" id="{AA274328-4774-4DF9-BA53-452565122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84069"/>
            <a:ext cx="4145975" cy="34998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01C7B46D-2FEF-4FAA-915B-8B21A66B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144834"/>
            <a:ext cx="4145975" cy="22115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BBB2B089-FD5A-4932-5A1D-54911DFD7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3059" y="4619645"/>
            <a:ext cx="3502643" cy="1261894"/>
          </a:xfrm>
          <a:prstGeom prst="rect">
            <a:avLst/>
          </a:prstGeom>
        </p:spPr>
      </p:pic>
      <p:grpSp>
        <p:nvGrpSpPr>
          <p:cNvPr id="47" name="Agrupar 46">
            <a:extLst>
              <a:ext uri="{FF2B5EF4-FFF2-40B4-BE49-F238E27FC236}">
                <a16:creationId xmlns:a16="http://schemas.microsoft.com/office/drawing/2014/main" id="{4005DAB2-D47B-5A6D-E0D9-F337D4B137DA}"/>
              </a:ext>
            </a:extLst>
          </p:cNvPr>
          <p:cNvGrpSpPr/>
          <p:nvPr/>
        </p:nvGrpSpPr>
        <p:grpSpPr>
          <a:xfrm>
            <a:off x="2531417" y="806754"/>
            <a:ext cx="2827098" cy="5243930"/>
            <a:chOff x="631371" y="838200"/>
            <a:chExt cx="2079172" cy="4147457"/>
          </a:xfrm>
        </p:grpSpPr>
        <p:sp>
          <p:nvSpPr>
            <p:cNvPr id="4" name="Fluxograma: Terminação 3">
              <a:extLst>
                <a:ext uri="{FF2B5EF4-FFF2-40B4-BE49-F238E27FC236}">
                  <a16:creationId xmlns:a16="http://schemas.microsoft.com/office/drawing/2014/main" id="{29B31BB4-8FCB-D422-426C-2DE1DA76565C}"/>
                </a:ext>
              </a:extLst>
            </p:cNvPr>
            <p:cNvSpPr/>
            <p:nvPr/>
          </p:nvSpPr>
          <p:spPr>
            <a:xfrm>
              <a:off x="631371" y="838200"/>
              <a:ext cx="2079172" cy="642257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25296">
                <a:spcAft>
                  <a:spcPts val="600"/>
                </a:spcAft>
              </a:pPr>
              <a:r>
                <a:rPr lang="pt-BR" sz="2412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Inicio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5" name="Fluxograma: Documento 4">
              <a:extLst>
                <a:ext uri="{FF2B5EF4-FFF2-40B4-BE49-F238E27FC236}">
                  <a16:creationId xmlns:a16="http://schemas.microsoft.com/office/drawing/2014/main" id="{46163768-7DC5-35F0-061D-B038684E741F}"/>
                </a:ext>
              </a:extLst>
            </p:cNvPr>
            <p:cNvSpPr/>
            <p:nvPr/>
          </p:nvSpPr>
          <p:spPr>
            <a:xfrm>
              <a:off x="762000" y="2460171"/>
              <a:ext cx="1861457" cy="1110343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25296">
                <a:spcAft>
                  <a:spcPts val="600"/>
                </a:spcAft>
              </a:pPr>
              <a:r>
                <a:rPr lang="pt-BR" sz="2412" kern="1200" dirty="0" err="1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Oiiiiiii</a:t>
              </a:r>
              <a:r>
                <a:rPr lang="pt-BR" sz="2412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 Atividade!!!!!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sp>
          <p:nvSpPr>
            <p:cNvPr id="6" name="Fluxograma: Terminação 5">
              <a:extLst>
                <a:ext uri="{FF2B5EF4-FFF2-40B4-BE49-F238E27FC236}">
                  <a16:creationId xmlns:a16="http://schemas.microsoft.com/office/drawing/2014/main" id="{0F8E09D9-0CA4-7AF1-09DF-D9EA320EE391}"/>
                </a:ext>
              </a:extLst>
            </p:cNvPr>
            <p:cNvSpPr/>
            <p:nvPr/>
          </p:nvSpPr>
          <p:spPr>
            <a:xfrm>
              <a:off x="718456" y="4419600"/>
              <a:ext cx="1948543" cy="566057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25296">
                <a:spcAft>
                  <a:spcPts val="600"/>
                </a:spcAft>
              </a:pPr>
              <a:r>
                <a:rPr lang="pt-BR" sz="2412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Fim</a:t>
              </a:r>
              <a:endParaRPr lang="pt-BR" dirty="0">
                <a:solidFill>
                  <a:schemeClr val="bg1"/>
                </a:solidFill>
              </a:endParaRPr>
            </a:p>
          </p:txBody>
        </p: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9AC020E4-1FBA-C88C-84A5-0D98B1D252CD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 flipH="1">
              <a:off x="1692728" y="3497108"/>
              <a:ext cx="1" cy="9224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87D80E21-2786-F815-B01B-F94F694A1B70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1670957" y="1480457"/>
              <a:ext cx="21772" cy="9797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25499800-CD18-B7AD-379E-2BC209E83428}"/>
              </a:ext>
            </a:extLst>
          </p:cNvPr>
          <p:cNvGrpSpPr/>
          <p:nvPr/>
        </p:nvGrpSpPr>
        <p:grpSpPr>
          <a:xfrm>
            <a:off x="7883059" y="919520"/>
            <a:ext cx="3502643" cy="2628989"/>
            <a:chOff x="4093028" y="2460170"/>
            <a:chExt cx="3507542" cy="2367644"/>
          </a:xfrm>
        </p:grpSpPr>
        <p:sp>
          <p:nvSpPr>
            <p:cNvPr id="28" name="Fluxograma: Decisão 27">
              <a:extLst>
                <a:ext uri="{FF2B5EF4-FFF2-40B4-BE49-F238E27FC236}">
                  <a16:creationId xmlns:a16="http://schemas.microsoft.com/office/drawing/2014/main" id="{3C305A2E-D17E-D2CA-DC47-4D41B137D42C}"/>
                </a:ext>
              </a:extLst>
            </p:cNvPr>
            <p:cNvSpPr/>
            <p:nvPr/>
          </p:nvSpPr>
          <p:spPr>
            <a:xfrm>
              <a:off x="4093029" y="2460171"/>
              <a:ext cx="1164771" cy="74022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Fluxograma: Processo 28">
              <a:extLst>
                <a:ext uri="{FF2B5EF4-FFF2-40B4-BE49-F238E27FC236}">
                  <a16:creationId xmlns:a16="http://schemas.microsoft.com/office/drawing/2014/main" id="{E1F02A97-A339-8FDE-83F4-ADB029D05187}"/>
                </a:ext>
              </a:extLst>
            </p:cNvPr>
            <p:cNvSpPr/>
            <p:nvPr/>
          </p:nvSpPr>
          <p:spPr>
            <a:xfrm>
              <a:off x="6435799" y="2460170"/>
              <a:ext cx="1164771" cy="74022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Fluxograma: Processo 29">
              <a:extLst>
                <a:ext uri="{FF2B5EF4-FFF2-40B4-BE49-F238E27FC236}">
                  <a16:creationId xmlns:a16="http://schemas.microsoft.com/office/drawing/2014/main" id="{D62590C9-B24D-ED4E-7009-421999E5514C}"/>
                </a:ext>
              </a:extLst>
            </p:cNvPr>
            <p:cNvSpPr/>
            <p:nvPr/>
          </p:nvSpPr>
          <p:spPr>
            <a:xfrm>
              <a:off x="4093028" y="4011385"/>
              <a:ext cx="1164771" cy="816429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8DF279B8-9FC7-611E-E62A-B4488D495122}"/>
                </a:ext>
              </a:extLst>
            </p:cNvPr>
            <p:cNvCxnSpPr>
              <a:stCxn id="28" idx="2"/>
              <a:endCxn id="30" idx="0"/>
            </p:cNvCxnSpPr>
            <p:nvPr/>
          </p:nvCxnSpPr>
          <p:spPr>
            <a:xfrm flipH="1">
              <a:off x="4675414" y="3200400"/>
              <a:ext cx="1" cy="8109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51E22707-2E1B-B81E-11C4-B21D8F14CEFA}"/>
                </a:ext>
              </a:extLst>
            </p:cNvPr>
            <p:cNvCxnSpPr>
              <a:stCxn id="28" idx="3"/>
              <a:endCxn id="29" idx="1"/>
            </p:cNvCxnSpPr>
            <p:nvPr/>
          </p:nvCxnSpPr>
          <p:spPr>
            <a:xfrm flipV="1">
              <a:off x="5257800" y="2830285"/>
              <a:ext cx="117799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091180E4-00A9-EF65-B9A3-C037BA166378}"/>
                </a:ext>
              </a:extLst>
            </p:cNvPr>
            <p:cNvSpPr txBox="1"/>
            <p:nvPr/>
          </p:nvSpPr>
          <p:spPr>
            <a:xfrm rot="16200000">
              <a:off x="4166997" y="3405771"/>
              <a:ext cx="725262" cy="400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98448">
                <a:spcAft>
                  <a:spcPts val="600"/>
                </a:spcAft>
              </a:pPr>
              <a:r>
                <a:rPr lang="pt-BR" sz="17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Falso</a:t>
              </a:r>
              <a:endParaRPr lang="pt-BR" sz="1200"/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A61EF5F3-85C2-4E9E-64A7-497295C527C0}"/>
                </a:ext>
              </a:extLst>
            </p:cNvPr>
            <p:cNvSpPr txBox="1"/>
            <p:nvPr/>
          </p:nvSpPr>
          <p:spPr>
            <a:xfrm>
              <a:off x="5174618" y="2477282"/>
              <a:ext cx="1304725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98448">
                <a:spcAft>
                  <a:spcPts val="600"/>
                </a:spcAft>
              </a:pPr>
              <a:r>
                <a:rPr lang="pt-BR" sz="170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Verdadeiro</a:t>
              </a:r>
              <a:endParaRPr lang="pt-BR" sz="1200"/>
            </a:p>
          </p:txBody>
        </p:sp>
      </p:grpSp>
    </p:spTree>
    <p:extLst>
      <p:ext uri="{BB962C8B-B14F-4D97-AF65-F5344CB8AC3E}">
        <p14:creationId xmlns:p14="http://schemas.microsoft.com/office/powerpoint/2010/main" val="103219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9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E02BA077-1453-C2AA-EA0F-8D5CA10E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911745"/>
            <a:ext cx="5372099" cy="3034510"/>
          </a:xfrm>
          <a:prstGeom prst="rect">
            <a:avLst/>
          </a:prstGeom>
        </p:spPr>
      </p:pic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7449ABA0-BE31-FE7B-5D0A-CC18DF06D301}"/>
              </a:ext>
            </a:extLst>
          </p:cNvPr>
          <p:cNvSpPr/>
          <p:nvPr/>
        </p:nvSpPr>
        <p:spPr>
          <a:xfrm>
            <a:off x="6288666" y="2620827"/>
            <a:ext cx="1125343" cy="32062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Inicio</a:t>
            </a:r>
            <a:endParaRPr lang="pt-BR"/>
          </a:p>
        </p:txBody>
      </p:sp>
      <p:sp>
        <p:nvSpPr>
          <p:cNvPr id="6" name="Fluxograma: Terminação 5">
            <a:extLst>
              <a:ext uri="{FF2B5EF4-FFF2-40B4-BE49-F238E27FC236}">
                <a16:creationId xmlns:a16="http://schemas.microsoft.com/office/drawing/2014/main" id="{EAC2DD32-E8FB-8B07-5025-92769485843F}"/>
              </a:ext>
            </a:extLst>
          </p:cNvPr>
          <p:cNvSpPr/>
          <p:nvPr/>
        </p:nvSpPr>
        <p:spPr>
          <a:xfrm>
            <a:off x="10510274" y="3909629"/>
            <a:ext cx="1125343" cy="320629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Fim</a:t>
            </a:r>
            <a:endParaRPr lang="pt-BR"/>
          </a:p>
        </p:txBody>
      </p:sp>
      <p:sp>
        <p:nvSpPr>
          <p:cNvPr id="8" name="Fluxograma: Documento 7">
            <a:extLst>
              <a:ext uri="{FF2B5EF4-FFF2-40B4-BE49-F238E27FC236}">
                <a16:creationId xmlns:a16="http://schemas.microsoft.com/office/drawing/2014/main" id="{D5F94CA8-3CF4-E0B9-5A98-7A59DBAE5C6B}"/>
              </a:ext>
            </a:extLst>
          </p:cNvPr>
          <p:cNvSpPr/>
          <p:nvPr/>
        </p:nvSpPr>
        <p:spPr>
          <a:xfrm>
            <a:off x="6288666" y="3117487"/>
            <a:ext cx="1125343" cy="49037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um número:</a:t>
            </a:r>
            <a:endParaRPr lang="pt-BR" dirty="0"/>
          </a:p>
        </p:txBody>
      </p:sp>
      <p:sp>
        <p:nvSpPr>
          <p:cNvPr id="9" name="Fluxograma: Documento 8">
            <a:extLst>
              <a:ext uri="{FF2B5EF4-FFF2-40B4-BE49-F238E27FC236}">
                <a16:creationId xmlns:a16="http://schemas.microsoft.com/office/drawing/2014/main" id="{78008BD5-292F-4766-EBE1-CAEFBC9C46FE}"/>
              </a:ext>
            </a:extLst>
          </p:cNvPr>
          <p:cNvSpPr/>
          <p:nvPr/>
        </p:nvSpPr>
        <p:spPr>
          <a:xfrm>
            <a:off x="7590041" y="3117487"/>
            <a:ext cx="1125343" cy="49037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outro número:</a:t>
            </a:r>
            <a:endParaRPr lang="pt-BR" dirty="0"/>
          </a:p>
        </p:txBody>
      </p:sp>
      <p:sp>
        <p:nvSpPr>
          <p:cNvPr id="10" name="Fluxograma: Documento 9">
            <a:extLst>
              <a:ext uri="{FF2B5EF4-FFF2-40B4-BE49-F238E27FC236}">
                <a16:creationId xmlns:a16="http://schemas.microsoft.com/office/drawing/2014/main" id="{17D84598-8332-1ABF-0F38-7A7B244ADC51}"/>
              </a:ext>
            </a:extLst>
          </p:cNvPr>
          <p:cNvSpPr/>
          <p:nvPr/>
        </p:nvSpPr>
        <p:spPr>
          <a:xfrm>
            <a:off x="10510274" y="3117487"/>
            <a:ext cx="1125343" cy="49037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“Essa é a soma entre eles: “, N3</a:t>
            </a:r>
            <a:endParaRPr lang="pt-BR"/>
          </a:p>
        </p:txBody>
      </p:sp>
      <p:sp>
        <p:nvSpPr>
          <p:cNvPr id="11" name="Fluxograma: Entrada Manual 10">
            <a:extLst>
              <a:ext uri="{FF2B5EF4-FFF2-40B4-BE49-F238E27FC236}">
                <a16:creationId xmlns:a16="http://schemas.microsoft.com/office/drawing/2014/main" id="{2030A0BC-8C23-F512-64FC-7C4D37F48CA6}"/>
              </a:ext>
            </a:extLst>
          </p:cNvPr>
          <p:cNvSpPr/>
          <p:nvPr/>
        </p:nvSpPr>
        <p:spPr>
          <a:xfrm>
            <a:off x="6263519" y="3912772"/>
            <a:ext cx="1175637" cy="320629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N1</a:t>
            </a:r>
            <a:endParaRPr lang="pt-BR"/>
          </a:p>
        </p:txBody>
      </p:sp>
      <p:sp>
        <p:nvSpPr>
          <p:cNvPr id="12" name="Fluxograma: Entrada Manual 11">
            <a:extLst>
              <a:ext uri="{FF2B5EF4-FFF2-40B4-BE49-F238E27FC236}">
                <a16:creationId xmlns:a16="http://schemas.microsoft.com/office/drawing/2014/main" id="{0EF414E0-951C-7BE4-1C9C-109988E3F27D}"/>
              </a:ext>
            </a:extLst>
          </p:cNvPr>
          <p:cNvSpPr/>
          <p:nvPr/>
        </p:nvSpPr>
        <p:spPr>
          <a:xfrm>
            <a:off x="7564893" y="3916544"/>
            <a:ext cx="1175637" cy="320629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N2</a:t>
            </a:r>
            <a:endParaRPr lang="pt-BR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26C6736-F635-5B2D-968C-7B3BCFFD5D60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6851338" y="2941456"/>
            <a:ext cx="0" cy="176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968767F-A65D-F129-8CDD-D584F05A35EC}"/>
              </a:ext>
            </a:extLst>
          </p:cNvPr>
          <p:cNvCxnSpPr>
            <a:stCxn id="8" idx="2"/>
            <a:endCxn id="11" idx="0"/>
          </p:cNvCxnSpPr>
          <p:nvPr/>
        </p:nvCxnSpPr>
        <p:spPr>
          <a:xfrm flipH="1">
            <a:off x="6851338" y="3575441"/>
            <a:ext cx="1" cy="369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9D61E13-9E48-6282-1224-C72286855967}"/>
              </a:ext>
            </a:extLst>
          </p:cNvPr>
          <p:cNvCxnSpPr>
            <a:stCxn id="11" idx="3"/>
            <a:endCxn id="9" idx="1"/>
          </p:cNvCxnSpPr>
          <p:nvPr/>
        </p:nvCxnSpPr>
        <p:spPr>
          <a:xfrm flipV="1">
            <a:off x="7439156" y="3362674"/>
            <a:ext cx="150884" cy="710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5FBB274-3708-0AC0-7407-5D6218215F15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8152712" y="3575441"/>
            <a:ext cx="1" cy="373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uxograma: Processo 21">
            <a:extLst>
              <a:ext uri="{FF2B5EF4-FFF2-40B4-BE49-F238E27FC236}">
                <a16:creationId xmlns:a16="http://schemas.microsoft.com/office/drawing/2014/main" id="{78B98CA2-0B6F-DDC3-62BD-FED87B431AF1}"/>
              </a:ext>
            </a:extLst>
          </p:cNvPr>
          <p:cNvSpPr/>
          <p:nvPr/>
        </p:nvSpPr>
        <p:spPr>
          <a:xfrm>
            <a:off x="8916562" y="3117486"/>
            <a:ext cx="1125343" cy="45795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21208">
              <a:spcAft>
                <a:spcPts val="600"/>
              </a:spcAft>
            </a:pPr>
            <a:r>
              <a:rPr lang="pt-BR" sz="1026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N3 = N1 + N2</a:t>
            </a:r>
            <a:endParaRPr lang="pt-BR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E9828F75-B202-E23E-C0A4-E78F8FA2661C}"/>
              </a:ext>
            </a:extLst>
          </p:cNvPr>
          <p:cNvCxnSpPr>
            <a:stCxn id="12" idx="3"/>
            <a:endCxn id="22" idx="1"/>
          </p:cNvCxnSpPr>
          <p:nvPr/>
        </p:nvCxnSpPr>
        <p:spPr>
          <a:xfrm flipV="1">
            <a:off x="8740531" y="3346464"/>
            <a:ext cx="176032" cy="730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C4EA556-D0EB-10A5-9BAB-E7BA111E7DAF}"/>
              </a:ext>
            </a:extLst>
          </p:cNvPr>
          <p:cNvCxnSpPr>
            <a:stCxn id="22" idx="3"/>
            <a:endCxn id="10" idx="1"/>
          </p:cNvCxnSpPr>
          <p:nvPr/>
        </p:nvCxnSpPr>
        <p:spPr>
          <a:xfrm>
            <a:off x="10041905" y="3346464"/>
            <a:ext cx="468369" cy="16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016D2231-31B1-0EFC-F42E-C859FE844F6F}"/>
              </a:ext>
            </a:extLst>
          </p:cNvPr>
          <p:cNvCxnSpPr>
            <a:stCxn id="10" idx="2"/>
            <a:endCxn id="6" idx="0"/>
          </p:cNvCxnSpPr>
          <p:nvPr/>
        </p:nvCxnSpPr>
        <p:spPr>
          <a:xfrm>
            <a:off x="11072946" y="3575441"/>
            <a:ext cx="0" cy="3341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28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Imagem 74">
            <a:extLst>
              <a:ext uri="{FF2B5EF4-FFF2-40B4-BE49-F238E27FC236}">
                <a16:creationId xmlns:a16="http://schemas.microsoft.com/office/drawing/2014/main" id="{8433BDA7-CA20-521B-60AC-5B4396D1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308068"/>
            <a:ext cx="5372099" cy="4241864"/>
          </a:xfrm>
          <a:prstGeom prst="rect">
            <a:avLst/>
          </a:prstGeom>
        </p:spPr>
      </p:pic>
      <p:sp>
        <p:nvSpPr>
          <p:cNvPr id="19" name="Fluxograma: Terminação 18">
            <a:extLst>
              <a:ext uri="{FF2B5EF4-FFF2-40B4-BE49-F238E27FC236}">
                <a16:creationId xmlns:a16="http://schemas.microsoft.com/office/drawing/2014/main" id="{DF031A02-737E-E7CC-24B3-E8DF2EFAF4CC}"/>
              </a:ext>
            </a:extLst>
          </p:cNvPr>
          <p:cNvSpPr/>
          <p:nvPr/>
        </p:nvSpPr>
        <p:spPr>
          <a:xfrm>
            <a:off x="6196494" y="2909147"/>
            <a:ext cx="897748" cy="255783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Inicio</a:t>
            </a:r>
            <a:endParaRPr lang="pt-BR" dirty="0"/>
          </a:p>
        </p:txBody>
      </p:sp>
      <p:sp>
        <p:nvSpPr>
          <p:cNvPr id="21" name="Fluxograma: Documento 20">
            <a:extLst>
              <a:ext uri="{FF2B5EF4-FFF2-40B4-BE49-F238E27FC236}">
                <a16:creationId xmlns:a16="http://schemas.microsoft.com/office/drawing/2014/main" id="{2ACA7750-90C2-E960-EBF8-1DD4027DE74D}"/>
              </a:ext>
            </a:extLst>
          </p:cNvPr>
          <p:cNvSpPr/>
          <p:nvPr/>
        </p:nvSpPr>
        <p:spPr>
          <a:xfrm>
            <a:off x="6196494" y="3305359"/>
            <a:ext cx="897748" cy="39119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a primeira nota:</a:t>
            </a:r>
            <a:endParaRPr lang="pt-BR"/>
          </a:p>
        </p:txBody>
      </p:sp>
      <p:sp>
        <p:nvSpPr>
          <p:cNvPr id="22" name="Fluxograma: Documento 21">
            <a:extLst>
              <a:ext uri="{FF2B5EF4-FFF2-40B4-BE49-F238E27FC236}">
                <a16:creationId xmlns:a16="http://schemas.microsoft.com/office/drawing/2014/main" id="{DCCF39A5-8A39-C864-F806-C33E29E67C7A}"/>
              </a:ext>
            </a:extLst>
          </p:cNvPr>
          <p:cNvSpPr/>
          <p:nvPr/>
        </p:nvSpPr>
        <p:spPr>
          <a:xfrm>
            <a:off x="7234672" y="3305359"/>
            <a:ext cx="897748" cy="39119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a segunda nota:</a:t>
            </a:r>
            <a:endParaRPr lang="pt-BR"/>
          </a:p>
        </p:txBody>
      </p:sp>
      <p:sp>
        <p:nvSpPr>
          <p:cNvPr id="24" name="Fluxograma: Entrada Manual 23">
            <a:extLst>
              <a:ext uri="{FF2B5EF4-FFF2-40B4-BE49-F238E27FC236}">
                <a16:creationId xmlns:a16="http://schemas.microsoft.com/office/drawing/2014/main" id="{57ACC717-96B3-719C-2E7F-E5C34AE19485}"/>
              </a:ext>
            </a:extLst>
          </p:cNvPr>
          <p:cNvSpPr/>
          <p:nvPr/>
        </p:nvSpPr>
        <p:spPr>
          <a:xfrm>
            <a:off x="6176433" y="3939801"/>
            <a:ext cx="937870" cy="255783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N1</a:t>
            </a:r>
            <a:endParaRPr lang="pt-BR"/>
          </a:p>
        </p:txBody>
      </p:sp>
      <p:sp>
        <p:nvSpPr>
          <p:cNvPr id="25" name="Fluxograma: Entrada Manual 24">
            <a:extLst>
              <a:ext uri="{FF2B5EF4-FFF2-40B4-BE49-F238E27FC236}">
                <a16:creationId xmlns:a16="http://schemas.microsoft.com/office/drawing/2014/main" id="{6A54FA01-67A6-4844-5E94-16625234FAC6}"/>
              </a:ext>
            </a:extLst>
          </p:cNvPr>
          <p:cNvSpPr/>
          <p:nvPr/>
        </p:nvSpPr>
        <p:spPr>
          <a:xfrm>
            <a:off x="7214611" y="3942810"/>
            <a:ext cx="937870" cy="255783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N2</a:t>
            </a:r>
            <a:endParaRPr lang="pt-BR"/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36A53F0B-0B80-5C15-143E-39320DCA56C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6645369" y="3164930"/>
            <a:ext cx="0" cy="140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CB1CA86-9D00-1116-AC20-3A99E00E7DD1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 flipH="1">
            <a:off x="6645369" y="3670694"/>
            <a:ext cx="1" cy="294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99BEBBDF-5032-39DD-BCD5-65DF6E89B59C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 flipH="1">
            <a:off x="7683546" y="3670694"/>
            <a:ext cx="1" cy="297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uxograma: Documento 34">
            <a:extLst>
              <a:ext uri="{FF2B5EF4-FFF2-40B4-BE49-F238E27FC236}">
                <a16:creationId xmlns:a16="http://schemas.microsoft.com/office/drawing/2014/main" id="{026E25C0-8045-3B33-1217-7EB3DA5EC0A2}"/>
              </a:ext>
            </a:extLst>
          </p:cNvPr>
          <p:cNvSpPr/>
          <p:nvPr/>
        </p:nvSpPr>
        <p:spPr>
          <a:xfrm>
            <a:off x="8323004" y="3305358"/>
            <a:ext cx="917807" cy="39119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a terceira nota:</a:t>
            </a:r>
            <a:endParaRPr lang="pt-BR"/>
          </a:p>
        </p:txBody>
      </p:sp>
      <p:sp>
        <p:nvSpPr>
          <p:cNvPr id="36" name="Fluxograma: Entrada Manual 35">
            <a:extLst>
              <a:ext uri="{FF2B5EF4-FFF2-40B4-BE49-F238E27FC236}">
                <a16:creationId xmlns:a16="http://schemas.microsoft.com/office/drawing/2014/main" id="{B1A73A1E-6018-A06C-CE5B-3C3B3AC19B3D}"/>
              </a:ext>
            </a:extLst>
          </p:cNvPr>
          <p:cNvSpPr/>
          <p:nvPr/>
        </p:nvSpPr>
        <p:spPr>
          <a:xfrm>
            <a:off x="8312973" y="3939800"/>
            <a:ext cx="937870" cy="255783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N3</a:t>
            </a:r>
            <a:endParaRPr lang="pt-BR"/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E0E1EACE-7B09-34EC-591D-D51F82D9FA6D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8781908" y="3670693"/>
            <a:ext cx="1" cy="294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luxograma: Documento 47">
            <a:extLst>
              <a:ext uri="{FF2B5EF4-FFF2-40B4-BE49-F238E27FC236}">
                <a16:creationId xmlns:a16="http://schemas.microsoft.com/office/drawing/2014/main" id="{4D2A3F4D-20E1-771B-C97D-DCB089E3A7FF}"/>
              </a:ext>
            </a:extLst>
          </p:cNvPr>
          <p:cNvSpPr/>
          <p:nvPr/>
        </p:nvSpPr>
        <p:spPr>
          <a:xfrm>
            <a:off x="9399279" y="3305358"/>
            <a:ext cx="897748" cy="391197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Digite a quarta nota:</a:t>
            </a:r>
            <a:endParaRPr lang="pt-BR"/>
          </a:p>
        </p:txBody>
      </p:sp>
      <p:sp>
        <p:nvSpPr>
          <p:cNvPr id="49" name="Fluxograma: Entrada Manual 48">
            <a:extLst>
              <a:ext uri="{FF2B5EF4-FFF2-40B4-BE49-F238E27FC236}">
                <a16:creationId xmlns:a16="http://schemas.microsoft.com/office/drawing/2014/main" id="{0D274564-71C7-D45D-2BB3-672C20B0D38A}"/>
              </a:ext>
            </a:extLst>
          </p:cNvPr>
          <p:cNvSpPr/>
          <p:nvPr/>
        </p:nvSpPr>
        <p:spPr>
          <a:xfrm>
            <a:off x="9379218" y="3939800"/>
            <a:ext cx="937870" cy="255783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N4</a:t>
            </a:r>
            <a:endParaRPr lang="pt-BR"/>
          </a:p>
        </p:txBody>
      </p: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id="{19F0B5D1-06ED-FEF8-CEA0-36E9A86412DA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 flipH="1">
            <a:off x="9848153" y="3670693"/>
            <a:ext cx="1" cy="294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luxograma: Entrada Manual 55">
            <a:extLst>
              <a:ext uri="{FF2B5EF4-FFF2-40B4-BE49-F238E27FC236}">
                <a16:creationId xmlns:a16="http://schemas.microsoft.com/office/drawing/2014/main" id="{E2519CC5-F3D4-B61D-DF53-BA715A4CFCA8}"/>
              </a:ext>
            </a:extLst>
          </p:cNvPr>
          <p:cNvSpPr/>
          <p:nvPr/>
        </p:nvSpPr>
        <p:spPr>
          <a:xfrm>
            <a:off x="10541174" y="3900898"/>
            <a:ext cx="1007359" cy="294686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754">
              <a:spcAft>
                <a:spcPts val="474"/>
              </a:spcAft>
            </a:pPr>
            <a:r>
              <a:rPr lang="pt-BR" sz="811" dirty="0"/>
              <a:t>media</a:t>
            </a:r>
            <a:r>
              <a:rPr lang="pt-BR" sz="811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= (N1+N2+N3+N4)/4</a:t>
            </a:r>
            <a:endParaRPr lang="pt-BR" dirty="0"/>
          </a:p>
        </p:txBody>
      </p: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A06A4F33-7599-632F-F7CF-77E24B46A28F}"/>
              </a:ext>
            </a:extLst>
          </p:cNvPr>
          <p:cNvCxnSpPr>
            <a:cxnSpLocks/>
            <a:stCxn id="49" idx="3"/>
            <a:endCxn id="56" idx="1"/>
          </p:cNvCxnSpPr>
          <p:nvPr/>
        </p:nvCxnSpPr>
        <p:spPr>
          <a:xfrm flipV="1">
            <a:off x="10317088" y="4048241"/>
            <a:ext cx="224085" cy="19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luxograma: Documento 68">
            <a:extLst>
              <a:ext uri="{FF2B5EF4-FFF2-40B4-BE49-F238E27FC236}">
                <a16:creationId xmlns:a16="http://schemas.microsoft.com/office/drawing/2014/main" id="{59A673E7-9716-1DCA-81D4-BBCBA8554EBA}"/>
              </a:ext>
            </a:extLst>
          </p:cNvPr>
          <p:cNvSpPr/>
          <p:nvPr/>
        </p:nvSpPr>
        <p:spPr>
          <a:xfrm>
            <a:off x="10541174" y="3164930"/>
            <a:ext cx="1007357" cy="53162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2376">
              <a:spcAft>
                <a:spcPts val="600"/>
              </a:spcAft>
            </a:pPr>
            <a:r>
              <a:rPr lang="pt-BR" sz="869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“A Média do aluno foi: “, Total</a:t>
            </a:r>
            <a:endParaRPr lang="pt-BR" sz="1100"/>
          </a:p>
        </p:txBody>
      </p: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FFC770CF-7C4D-240E-0449-12BE7A78704E}"/>
              </a:ext>
            </a:extLst>
          </p:cNvPr>
          <p:cNvCxnSpPr>
            <a:stCxn id="56" idx="0"/>
            <a:endCxn id="69" idx="2"/>
          </p:cNvCxnSpPr>
          <p:nvPr/>
        </p:nvCxnSpPr>
        <p:spPr>
          <a:xfrm flipH="1" flipV="1">
            <a:off x="11044852" y="3661409"/>
            <a:ext cx="2" cy="268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luxograma: Terminação 71">
            <a:extLst>
              <a:ext uri="{FF2B5EF4-FFF2-40B4-BE49-F238E27FC236}">
                <a16:creationId xmlns:a16="http://schemas.microsoft.com/office/drawing/2014/main" id="{CC08DF94-05C6-C1EF-B938-FF53B5EB235E}"/>
              </a:ext>
            </a:extLst>
          </p:cNvPr>
          <p:cNvSpPr/>
          <p:nvPr/>
        </p:nvSpPr>
        <p:spPr>
          <a:xfrm>
            <a:off x="10541174" y="2659405"/>
            <a:ext cx="1007357" cy="24030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22376">
              <a:spcAft>
                <a:spcPts val="600"/>
              </a:spcAft>
            </a:pPr>
            <a:r>
              <a:rPr lang="pt-BR" sz="1422" kern="120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Fim</a:t>
            </a:r>
            <a:endParaRPr lang="pt-BR"/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284295DC-C5AC-F2E3-A098-2CC60D62752A}"/>
              </a:ext>
            </a:extLst>
          </p:cNvPr>
          <p:cNvCxnSpPr>
            <a:stCxn id="69" idx="0"/>
            <a:endCxn id="72" idx="2"/>
          </p:cNvCxnSpPr>
          <p:nvPr/>
        </p:nvCxnSpPr>
        <p:spPr>
          <a:xfrm flipV="1">
            <a:off x="11044852" y="2909147"/>
            <a:ext cx="0" cy="255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04E0D5C7-8A35-BBF6-A609-9F35022467F2}"/>
              </a:ext>
            </a:extLst>
          </p:cNvPr>
          <p:cNvCxnSpPr>
            <a:stCxn id="24" idx="3"/>
            <a:endCxn id="22" idx="1"/>
          </p:cNvCxnSpPr>
          <p:nvPr/>
        </p:nvCxnSpPr>
        <p:spPr>
          <a:xfrm flipV="1">
            <a:off x="7114303" y="3500958"/>
            <a:ext cx="120369" cy="5667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7CB677D6-9971-0B92-CD36-79207A21B8D3}"/>
              </a:ext>
            </a:extLst>
          </p:cNvPr>
          <p:cNvCxnSpPr>
            <a:stCxn id="25" idx="3"/>
            <a:endCxn id="35" idx="1"/>
          </p:cNvCxnSpPr>
          <p:nvPr/>
        </p:nvCxnSpPr>
        <p:spPr>
          <a:xfrm flipV="1">
            <a:off x="8152481" y="3500957"/>
            <a:ext cx="170523" cy="56974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: Angulado 83">
            <a:extLst>
              <a:ext uri="{FF2B5EF4-FFF2-40B4-BE49-F238E27FC236}">
                <a16:creationId xmlns:a16="http://schemas.microsoft.com/office/drawing/2014/main" id="{5B8B3F10-B199-59D6-7926-501B2D7F8FD2}"/>
              </a:ext>
            </a:extLst>
          </p:cNvPr>
          <p:cNvCxnSpPr>
            <a:stCxn id="36" idx="3"/>
            <a:endCxn id="48" idx="1"/>
          </p:cNvCxnSpPr>
          <p:nvPr/>
        </p:nvCxnSpPr>
        <p:spPr>
          <a:xfrm flipV="1">
            <a:off x="9250843" y="3500957"/>
            <a:ext cx="148436" cy="5667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67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159BF54-2F1B-3ABB-B44A-5C4354CE3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2052539"/>
            <a:ext cx="5372099" cy="2752921"/>
          </a:xfrm>
          <a:prstGeom prst="rect">
            <a:avLst/>
          </a:prstGeom>
        </p:spPr>
      </p:pic>
      <p:grpSp>
        <p:nvGrpSpPr>
          <p:cNvPr id="50" name="Agrupar 49">
            <a:extLst>
              <a:ext uri="{FF2B5EF4-FFF2-40B4-BE49-F238E27FC236}">
                <a16:creationId xmlns:a16="http://schemas.microsoft.com/office/drawing/2014/main" id="{025B1777-566A-AFCC-6415-C3DA77EFA4EB}"/>
              </a:ext>
            </a:extLst>
          </p:cNvPr>
          <p:cNvGrpSpPr/>
          <p:nvPr/>
        </p:nvGrpSpPr>
        <p:grpSpPr>
          <a:xfrm>
            <a:off x="6176433" y="2588965"/>
            <a:ext cx="5372100" cy="1680066"/>
            <a:chOff x="2317614" y="1205684"/>
            <a:chExt cx="5585405" cy="1746776"/>
          </a:xfrm>
        </p:grpSpPr>
        <p:sp>
          <p:nvSpPr>
            <p:cNvPr id="4" name="Fluxograma: Terminação 3">
              <a:extLst>
                <a:ext uri="{FF2B5EF4-FFF2-40B4-BE49-F238E27FC236}">
                  <a16:creationId xmlns:a16="http://schemas.microsoft.com/office/drawing/2014/main" id="{CF0FA644-E345-8E02-1761-081F001E2509}"/>
                </a:ext>
              </a:extLst>
            </p:cNvPr>
            <p:cNvSpPr/>
            <p:nvPr/>
          </p:nvSpPr>
          <p:spPr>
            <a:xfrm>
              <a:off x="2342761" y="1205684"/>
              <a:ext cx="1125343" cy="320629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Inicio</a:t>
              </a:r>
              <a:endParaRPr lang="pt-BR"/>
            </a:p>
          </p:txBody>
        </p:sp>
        <p:sp>
          <p:nvSpPr>
            <p:cNvPr id="6" name="Fluxograma: Documento 5">
              <a:extLst>
                <a:ext uri="{FF2B5EF4-FFF2-40B4-BE49-F238E27FC236}">
                  <a16:creationId xmlns:a16="http://schemas.microsoft.com/office/drawing/2014/main" id="{09EF1C30-38F8-62E6-A7FE-04F8C8F91404}"/>
                </a:ext>
              </a:extLst>
            </p:cNvPr>
            <p:cNvSpPr/>
            <p:nvPr/>
          </p:nvSpPr>
          <p:spPr>
            <a:xfrm>
              <a:off x="2342761" y="1702344"/>
              <a:ext cx="1125343" cy="490373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Escreva o poder do Pikachu: </a:t>
              </a:r>
              <a:endParaRPr lang="pt-BR"/>
            </a:p>
          </p:txBody>
        </p:sp>
        <p:sp>
          <p:nvSpPr>
            <p:cNvPr id="7" name="Fluxograma: Documento 6">
              <a:extLst>
                <a:ext uri="{FF2B5EF4-FFF2-40B4-BE49-F238E27FC236}">
                  <a16:creationId xmlns:a16="http://schemas.microsoft.com/office/drawing/2014/main" id="{FE44C861-7BE1-52CF-CB92-3B51DC4CF1D8}"/>
                </a:ext>
              </a:extLst>
            </p:cNvPr>
            <p:cNvSpPr/>
            <p:nvPr/>
          </p:nvSpPr>
          <p:spPr>
            <a:xfrm>
              <a:off x="3818308" y="1702344"/>
              <a:ext cx="1125343" cy="490373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Escreva o poder do </a:t>
              </a:r>
              <a:r>
                <a:rPr lang="pt-BR" sz="985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Bulbasaur</a:t>
              </a: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:</a:t>
              </a:r>
              <a:endParaRPr lang="pt-BR"/>
            </a:p>
          </p:txBody>
        </p:sp>
        <p:sp>
          <p:nvSpPr>
            <p:cNvPr id="9" name="Fluxograma: Entrada Manual 8">
              <a:extLst>
                <a:ext uri="{FF2B5EF4-FFF2-40B4-BE49-F238E27FC236}">
                  <a16:creationId xmlns:a16="http://schemas.microsoft.com/office/drawing/2014/main" id="{049E46DF-582B-D92C-69B1-8B498E3C6C9D}"/>
                </a:ext>
              </a:extLst>
            </p:cNvPr>
            <p:cNvSpPr/>
            <p:nvPr/>
          </p:nvSpPr>
          <p:spPr>
            <a:xfrm>
              <a:off x="2317614" y="2497629"/>
              <a:ext cx="1175637" cy="320629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pt-BR"/>
            </a:p>
          </p:txBody>
        </p:sp>
        <p:sp>
          <p:nvSpPr>
            <p:cNvPr id="10" name="Fluxograma: Entrada Manual 9">
              <a:extLst>
                <a:ext uri="{FF2B5EF4-FFF2-40B4-BE49-F238E27FC236}">
                  <a16:creationId xmlns:a16="http://schemas.microsoft.com/office/drawing/2014/main" id="{1D9F86B9-9531-D813-9798-DBE5001F0C63}"/>
                </a:ext>
              </a:extLst>
            </p:cNvPr>
            <p:cNvSpPr/>
            <p:nvPr/>
          </p:nvSpPr>
          <p:spPr>
            <a:xfrm>
              <a:off x="3793161" y="2497629"/>
              <a:ext cx="1175637" cy="320629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N2</a:t>
              </a:r>
              <a:endParaRPr lang="pt-BR"/>
            </a:p>
          </p:txBody>
        </p: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5B409DE8-4CBE-749A-1BBB-0991819F11F9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2905433" y="1526313"/>
              <a:ext cx="0" cy="1760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601A1A8-DC74-5F50-74F8-362DA4A9FD51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 flipH="1">
              <a:off x="2905433" y="2160298"/>
              <a:ext cx="1" cy="3693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CCC78B29-BB4D-B1C7-CC03-9FFFB0A7FE4F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4380980" y="2160298"/>
              <a:ext cx="0" cy="3693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: Angulado 19">
              <a:extLst>
                <a:ext uri="{FF2B5EF4-FFF2-40B4-BE49-F238E27FC236}">
                  <a16:creationId xmlns:a16="http://schemas.microsoft.com/office/drawing/2014/main" id="{3A04DD12-D25C-905E-B0FA-32B65017251B}"/>
                </a:ext>
              </a:extLst>
            </p:cNvPr>
            <p:cNvCxnSpPr>
              <a:stCxn id="9" idx="3"/>
              <a:endCxn id="7" idx="1"/>
            </p:cNvCxnSpPr>
            <p:nvPr/>
          </p:nvCxnSpPr>
          <p:spPr>
            <a:xfrm flipV="1">
              <a:off x="3493251" y="1947531"/>
              <a:ext cx="325057" cy="71041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uxograma: Decisão 24">
              <a:extLst>
                <a:ext uri="{FF2B5EF4-FFF2-40B4-BE49-F238E27FC236}">
                  <a16:creationId xmlns:a16="http://schemas.microsoft.com/office/drawing/2014/main" id="{4C003757-8D0B-0BA2-7E8D-97D1A5521A94}"/>
                </a:ext>
              </a:extLst>
            </p:cNvPr>
            <p:cNvSpPr/>
            <p:nvPr/>
          </p:nvSpPr>
          <p:spPr>
            <a:xfrm>
              <a:off x="5268708" y="1702344"/>
              <a:ext cx="1125344" cy="490373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77824">
                <a:spcAft>
                  <a:spcPts val="600"/>
                </a:spcAft>
              </a:pPr>
              <a:r>
                <a:rPr lang="pt-BR" sz="115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 &gt; n2</a:t>
              </a:r>
              <a:endParaRPr lang="pt-BR" sz="1200"/>
            </a:p>
          </p:txBody>
        </p:sp>
        <p:cxnSp>
          <p:nvCxnSpPr>
            <p:cNvPr id="27" name="Conector: Angulado 26">
              <a:extLst>
                <a:ext uri="{FF2B5EF4-FFF2-40B4-BE49-F238E27FC236}">
                  <a16:creationId xmlns:a16="http://schemas.microsoft.com/office/drawing/2014/main" id="{2DA7BBA3-C39B-191D-3C1F-D11E7EF1CCA2}"/>
                </a:ext>
              </a:extLst>
            </p:cNvPr>
            <p:cNvCxnSpPr>
              <a:cxnSpLocks/>
              <a:stCxn id="10" idx="3"/>
              <a:endCxn id="25" idx="1"/>
            </p:cNvCxnSpPr>
            <p:nvPr/>
          </p:nvCxnSpPr>
          <p:spPr>
            <a:xfrm flipV="1">
              <a:off x="4968798" y="1947531"/>
              <a:ext cx="299910" cy="71041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luxograma: Documento 32">
              <a:extLst>
                <a:ext uri="{FF2B5EF4-FFF2-40B4-BE49-F238E27FC236}">
                  <a16:creationId xmlns:a16="http://schemas.microsoft.com/office/drawing/2014/main" id="{46E63628-2B9F-013A-D2E1-B41D462EF927}"/>
                </a:ext>
              </a:extLst>
            </p:cNvPr>
            <p:cNvSpPr/>
            <p:nvPr/>
          </p:nvSpPr>
          <p:spPr>
            <a:xfrm>
              <a:off x="5268708" y="2462087"/>
              <a:ext cx="1125344" cy="490373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77824">
                <a:spcAft>
                  <a:spcPts val="600"/>
                </a:spcAft>
              </a:pPr>
              <a:r>
                <a:rPr lang="pt-BR" sz="115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Pikachu Venceu</a:t>
              </a:r>
              <a:endParaRPr lang="pt-BR" sz="1200"/>
            </a:p>
          </p:txBody>
        </p:sp>
        <p:cxnSp>
          <p:nvCxnSpPr>
            <p:cNvPr id="35" name="Conector de Seta Reta 34">
              <a:extLst>
                <a:ext uri="{FF2B5EF4-FFF2-40B4-BE49-F238E27FC236}">
                  <a16:creationId xmlns:a16="http://schemas.microsoft.com/office/drawing/2014/main" id="{2ECA3DF2-4CE3-EC69-0FB7-05761C253E68}"/>
                </a:ext>
              </a:extLst>
            </p:cNvPr>
            <p:cNvCxnSpPr>
              <a:stCxn id="25" idx="2"/>
              <a:endCxn id="33" idx="0"/>
            </p:cNvCxnSpPr>
            <p:nvPr/>
          </p:nvCxnSpPr>
          <p:spPr>
            <a:xfrm>
              <a:off x="5831380" y="2192717"/>
              <a:ext cx="0" cy="2693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Documento 36">
              <a:extLst>
                <a:ext uri="{FF2B5EF4-FFF2-40B4-BE49-F238E27FC236}">
                  <a16:creationId xmlns:a16="http://schemas.microsoft.com/office/drawing/2014/main" id="{AB71A07B-7634-0C69-A2D9-A2011731F4E4}"/>
                </a:ext>
              </a:extLst>
            </p:cNvPr>
            <p:cNvSpPr/>
            <p:nvPr/>
          </p:nvSpPr>
          <p:spPr>
            <a:xfrm>
              <a:off x="6777675" y="1702344"/>
              <a:ext cx="1125344" cy="490373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77824">
                <a:spcAft>
                  <a:spcPts val="600"/>
                </a:spcAft>
              </a:pPr>
              <a:r>
                <a:rPr lang="pt-BR" sz="1152" kern="1200" err="1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Bulbasaur</a:t>
              </a:r>
              <a:r>
                <a:rPr lang="pt-BR" sz="115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 Venceu</a:t>
              </a:r>
              <a:endParaRPr lang="pt-BR" sz="1200"/>
            </a:p>
          </p:txBody>
        </p:sp>
        <p:sp>
          <p:nvSpPr>
            <p:cNvPr id="38" name="Fluxograma: Terminação 37">
              <a:extLst>
                <a:ext uri="{FF2B5EF4-FFF2-40B4-BE49-F238E27FC236}">
                  <a16:creationId xmlns:a16="http://schemas.microsoft.com/office/drawing/2014/main" id="{97B2654F-5F7C-561B-6C3F-375A618D164D}"/>
                </a:ext>
              </a:extLst>
            </p:cNvPr>
            <p:cNvSpPr/>
            <p:nvPr/>
          </p:nvSpPr>
          <p:spPr>
            <a:xfrm>
              <a:off x="6777676" y="2546958"/>
              <a:ext cx="1125343" cy="320629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00360">
                <a:spcAft>
                  <a:spcPts val="576"/>
                </a:spcAft>
              </a:pPr>
              <a:r>
                <a:rPr lang="pt-BR" sz="985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Inicio</a:t>
              </a:r>
              <a:endParaRPr lang="pt-BR"/>
            </a:p>
          </p:txBody>
        </p:sp>
        <p:cxnSp>
          <p:nvCxnSpPr>
            <p:cNvPr id="40" name="Conector de Seta Reta 39">
              <a:extLst>
                <a:ext uri="{FF2B5EF4-FFF2-40B4-BE49-F238E27FC236}">
                  <a16:creationId xmlns:a16="http://schemas.microsoft.com/office/drawing/2014/main" id="{DE94A62D-15F7-DE63-10FC-48264A8F787B}"/>
                </a:ext>
              </a:extLst>
            </p:cNvPr>
            <p:cNvCxnSpPr>
              <a:stCxn id="25" idx="3"/>
              <a:endCxn id="37" idx="1"/>
            </p:cNvCxnSpPr>
            <p:nvPr/>
          </p:nvCxnSpPr>
          <p:spPr>
            <a:xfrm>
              <a:off x="6394052" y="1947531"/>
              <a:ext cx="3836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de Seta Reta 43">
              <a:extLst>
                <a:ext uri="{FF2B5EF4-FFF2-40B4-BE49-F238E27FC236}">
                  <a16:creationId xmlns:a16="http://schemas.microsoft.com/office/drawing/2014/main" id="{B36987D5-B5FB-B874-BB5C-0F65B40B11C2}"/>
                </a:ext>
              </a:extLst>
            </p:cNvPr>
            <p:cNvCxnSpPr>
              <a:stCxn id="33" idx="3"/>
              <a:endCxn id="38" idx="1"/>
            </p:cNvCxnSpPr>
            <p:nvPr/>
          </p:nvCxnSpPr>
          <p:spPr>
            <a:xfrm flipV="1">
              <a:off x="6394052" y="2707273"/>
              <a:ext cx="38362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2BA34398-A381-5757-AAA7-E21043FD1361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7340347" y="2160298"/>
              <a:ext cx="1" cy="3866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8E2C0EE8-8AE8-DDC3-8931-D3A30201D5D3}"/>
                </a:ext>
              </a:extLst>
            </p:cNvPr>
            <p:cNvSpPr txBox="1"/>
            <p:nvPr/>
          </p:nvSpPr>
          <p:spPr>
            <a:xfrm>
              <a:off x="6426204" y="161432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77824">
                <a:spcAft>
                  <a:spcPts val="600"/>
                </a:spcAft>
              </a:pPr>
              <a:r>
                <a:rPr lang="pt-BR" sz="1728" kern="1200">
                  <a:solidFill>
                    <a:srgbClr val="EDEDED"/>
                  </a:solidFill>
                  <a:latin typeface="+mn-lt"/>
                  <a:ea typeface="+mn-ea"/>
                  <a:cs typeface="+mn-cs"/>
                </a:rPr>
                <a:t>V</a:t>
              </a:r>
              <a:endParaRPr lang="pt-BR"/>
            </a:p>
          </p:txBody>
        </p:sp>
        <p:sp>
          <p:nvSpPr>
            <p:cNvPr id="49" name="CaixaDeTexto 48">
              <a:extLst>
                <a:ext uri="{FF2B5EF4-FFF2-40B4-BE49-F238E27FC236}">
                  <a16:creationId xmlns:a16="http://schemas.microsoft.com/office/drawing/2014/main" id="{26BEC02D-C90E-C1FB-BA9B-C26355032A31}"/>
                </a:ext>
              </a:extLst>
            </p:cNvPr>
            <p:cNvSpPr txBox="1"/>
            <p:nvPr/>
          </p:nvSpPr>
          <p:spPr>
            <a:xfrm>
              <a:off x="5563451" y="2142736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77824">
                <a:spcAft>
                  <a:spcPts val="600"/>
                </a:spcAft>
              </a:pPr>
              <a:r>
                <a:rPr lang="pt-BR" sz="1728" kern="1200">
                  <a:solidFill>
                    <a:srgbClr val="EDEDED"/>
                  </a:solidFill>
                  <a:latin typeface="+mn-lt"/>
                  <a:ea typeface="+mn-ea"/>
                  <a:cs typeface="+mn-cs"/>
                </a:rPr>
                <a:t>F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42814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A96D23-4868-E8DA-7E73-30052B1F8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519265"/>
            <a:ext cx="5372099" cy="3819469"/>
          </a:xfrm>
          <a:prstGeom prst="rect">
            <a:avLst/>
          </a:prstGeom>
        </p:spPr>
      </p:pic>
      <p:grpSp>
        <p:nvGrpSpPr>
          <p:cNvPr id="50" name="Agrupar 49">
            <a:extLst>
              <a:ext uri="{FF2B5EF4-FFF2-40B4-BE49-F238E27FC236}">
                <a16:creationId xmlns:a16="http://schemas.microsoft.com/office/drawing/2014/main" id="{56FC911F-AB3B-37EC-3DB5-E07A7CCD8125}"/>
              </a:ext>
            </a:extLst>
          </p:cNvPr>
          <p:cNvGrpSpPr/>
          <p:nvPr/>
        </p:nvGrpSpPr>
        <p:grpSpPr>
          <a:xfrm>
            <a:off x="6176433" y="1722784"/>
            <a:ext cx="5372100" cy="3412440"/>
            <a:chOff x="1023257" y="892629"/>
            <a:chExt cx="6596746" cy="4190345"/>
          </a:xfrm>
        </p:grpSpPr>
        <p:sp>
          <p:nvSpPr>
            <p:cNvPr id="6" name="Fluxograma: Terminação 5">
              <a:extLst>
                <a:ext uri="{FF2B5EF4-FFF2-40B4-BE49-F238E27FC236}">
                  <a16:creationId xmlns:a16="http://schemas.microsoft.com/office/drawing/2014/main" id="{8AB8D5F8-C03E-BDAB-1AE7-FB3C8CF89214}"/>
                </a:ext>
              </a:extLst>
            </p:cNvPr>
            <p:cNvSpPr/>
            <p:nvPr/>
          </p:nvSpPr>
          <p:spPr>
            <a:xfrm>
              <a:off x="1023257" y="892629"/>
              <a:ext cx="1077686" cy="359228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Inicio</a:t>
              </a:r>
              <a:endParaRPr lang="pt-BR"/>
            </a:p>
          </p:txBody>
        </p:sp>
        <p:sp>
          <p:nvSpPr>
            <p:cNvPr id="7" name="Fluxograma: Documento 6">
              <a:extLst>
                <a:ext uri="{FF2B5EF4-FFF2-40B4-BE49-F238E27FC236}">
                  <a16:creationId xmlns:a16="http://schemas.microsoft.com/office/drawing/2014/main" id="{717FCD9A-21D8-231D-A7A9-25747DD952BF}"/>
                </a:ext>
              </a:extLst>
            </p:cNvPr>
            <p:cNvSpPr/>
            <p:nvPr/>
          </p:nvSpPr>
          <p:spPr>
            <a:xfrm>
              <a:off x="1023257" y="1578429"/>
              <a:ext cx="1077686" cy="1121228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Digite um número:</a:t>
              </a:r>
              <a:endParaRPr lang="pt-BR"/>
            </a:p>
          </p:txBody>
        </p:sp>
        <p:sp>
          <p:nvSpPr>
            <p:cNvPr id="8" name="Fluxograma: Decisão 7">
              <a:extLst>
                <a:ext uri="{FF2B5EF4-FFF2-40B4-BE49-F238E27FC236}">
                  <a16:creationId xmlns:a16="http://schemas.microsoft.com/office/drawing/2014/main" id="{F6000A81-3B49-D5E0-F020-A5A06F157631}"/>
                </a:ext>
              </a:extLst>
            </p:cNvPr>
            <p:cNvSpPr/>
            <p:nvPr/>
          </p:nvSpPr>
          <p:spPr>
            <a:xfrm>
              <a:off x="2837989" y="2587751"/>
              <a:ext cx="1077686" cy="957943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 </a:t>
              </a:r>
            </a:p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==n1</a:t>
              </a:r>
              <a:endParaRPr lang="pt-BR"/>
            </a:p>
          </p:txBody>
        </p:sp>
        <p:sp>
          <p:nvSpPr>
            <p:cNvPr id="10" name="Fluxograma: Documento 9">
              <a:extLst>
                <a:ext uri="{FF2B5EF4-FFF2-40B4-BE49-F238E27FC236}">
                  <a16:creationId xmlns:a16="http://schemas.microsoft.com/office/drawing/2014/main" id="{8F91A222-AB40-DF20-7627-41BC168C6E4C}"/>
                </a:ext>
              </a:extLst>
            </p:cNvPr>
            <p:cNvSpPr/>
            <p:nvPr/>
          </p:nvSpPr>
          <p:spPr>
            <a:xfrm>
              <a:off x="4533898" y="1181099"/>
              <a:ext cx="1077686" cy="1121228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29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Seu número é Positivo</a:t>
              </a:r>
              <a:endParaRPr lang="pt-BR" sz="1600"/>
            </a:p>
          </p:txBody>
        </p:sp>
        <p:sp>
          <p:nvSpPr>
            <p:cNvPr id="11" name="Fluxograma: Documento 10">
              <a:extLst>
                <a:ext uri="{FF2B5EF4-FFF2-40B4-BE49-F238E27FC236}">
                  <a16:creationId xmlns:a16="http://schemas.microsoft.com/office/drawing/2014/main" id="{471F7237-4AD3-C51D-701F-C8649B43FC9A}"/>
                </a:ext>
              </a:extLst>
            </p:cNvPr>
            <p:cNvSpPr/>
            <p:nvPr/>
          </p:nvSpPr>
          <p:spPr>
            <a:xfrm>
              <a:off x="4533898" y="2511877"/>
              <a:ext cx="1077686" cy="1121228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29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Seu número é Nulo</a:t>
              </a:r>
              <a:endParaRPr lang="pt-BR" sz="1600"/>
            </a:p>
          </p:txBody>
        </p:sp>
        <p:sp>
          <p:nvSpPr>
            <p:cNvPr id="12" name="Fluxograma: Decisão 11">
              <a:extLst>
                <a:ext uri="{FF2B5EF4-FFF2-40B4-BE49-F238E27FC236}">
                  <a16:creationId xmlns:a16="http://schemas.microsoft.com/office/drawing/2014/main" id="{5EB99564-ECD1-48BF-0697-94A9E8E8284C}"/>
                </a:ext>
              </a:extLst>
            </p:cNvPr>
            <p:cNvSpPr/>
            <p:nvPr/>
          </p:nvSpPr>
          <p:spPr>
            <a:xfrm>
              <a:off x="2837989" y="1262742"/>
              <a:ext cx="1077686" cy="957943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n1&gt; </a:t>
              </a:r>
            </a:p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</a:t>
              </a:r>
              <a:endParaRPr lang="pt-BR"/>
            </a:p>
          </p:txBody>
        </p:sp>
        <p:sp>
          <p:nvSpPr>
            <p:cNvPr id="13" name="Fluxograma: Terminação 12">
              <a:extLst>
                <a:ext uri="{FF2B5EF4-FFF2-40B4-BE49-F238E27FC236}">
                  <a16:creationId xmlns:a16="http://schemas.microsoft.com/office/drawing/2014/main" id="{F342F9E1-4EED-AE2B-8E40-6EB5056A8E71}"/>
                </a:ext>
              </a:extLst>
            </p:cNvPr>
            <p:cNvSpPr/>
            <p:nvPr/>
          </p:nvSpPr>
          <p:spPr>
            <a:xfrm>
              <a:off x="6542317" y="2887109"/>
              <a:ext cx="1077686" cy="359228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Fim</a:t>
              </a:r>
              <a:endParaRPr lang="pt-BR"/>
            </a:p>
          </p:txBody>
        </p:sp>
        <p:sp>
          <p:nvSpPr>
            <p:cNvPr id="14" name="Fluxograma: Entrada Manual 13">
              <a:extLst>
                <a:ext uri="{FF2B5EF4-FFF2-40B4-BE49-F238E27FC236}">
                  <a16:creationId xmlns:a16="http://schemas.microsoft.com/office/drawing/2014/main" id="{09A5442C-953D-A94A-327C-C1EF1A801B62}"/>
                </a:ext>
              </a:extLst>
            </p:cNvPr>
            <p:cNvSpPr/>
            <p:nvPr/>
          </p:nvSpPr>
          <p:spPr>
            <a:xfrm>
              <a:off x="1023257" y="2870780"/>
              <a:ext cx="1077686" cy="391886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pt-BR"/>
            </a:p>
          </p:txBody>
        </p:sp>
        <p:sp>
          <p:nvSpPr>
            <p:cNvPr id="15" name="Fluxograma: Decisão 14">
              <a:extLst>
                <a:ext uri="{FF2B5EF4-FFF2-40B4-BE49-F238E27FC236}">
                  <a16:creationId xmlns:a16="http://schemas.microsoft.com/office/drawing/2014/main" id="{60403160-F1B9-2839-F9E4-10B30BF6F05E}"/>
                </a:ext>
              </a:extLst>
            </p:cNvPr>
            <p:cNvSpPr/>
            <p:nvPr/>
          </p:nvSpPr>
          <p:spPr>
            <a:xfrm>
              <a:off x="2837989" y="4035552"/>
              <a:ext cx="1077686" cy="957943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0 </a:t>
              </a:r>
            </a:p>
            <a:p>
              <a:pPr algn="ctr" defTabSz="740664">
                <a:spcAft>
                  <a:spcPts val="600"/>
                </a:spcAft>
              </a:pPr>
              <a:r>
                <a:rPr lang="pt-BR" sz="14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&gt; n1</a:t>
              </a:r>
              <a:endParaRPr lang="pt-BR"/>
            </a:p>
          </p:txBody>
        </p:sp>
        <p:sp>
          <p:nvSpPr>
            <p:cNvPr id="16" name="Fluxograma: Documento 15">
              <a:extLst>
                <a:ext uri="{FF2B5EF4-FFF2-40B4-BE49-F238E27FC236}">
                  <a16:creationId xmlns:a16="http://schemas.microsoft.com/office/drawing/2014/main" id="{C9F8A105-636F-AA43-74C1-A94DFE39061E}"/>
                </a:ext>
              </a:extLst>
            </p:cNvPr>
            <p:cNvSpPr/>
            <p:nvPr/>
          </p:nvSpPr>
          <p:spPr>
            <a:xfrm>
              <a:off x="4533898" y="3961746"/>
              <a:ext cx="1077686" cy="1121228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40664">
                <a:spcAft>
                  <a:spcPts val="600"/>
                </a:spcAft>
              </a:pPr>
              <a:r>
                <a:rPr lang="pt-BR" sz="129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Seu número é Negativo</a:t>
              </a:r>
              <a:endParaRPr lang="pt-BR" sz="1600"/>
            </a:p>
          </p:txBody>
        </p:sp>
        <p:cxnSp>
          <p:nvCxnSpPr>
            <p:cNvPr id="18" name="Conector: Angulado 17">
              <a:extLst>
                <a:ext uri="{FF2B5EF4-FFF2-40B4-BE49-F238E27FC236}">
                  <a16:creationId xmlns:a16="http://schemas.microsoft.com/office/drawing/2014/main" id="{703230CD-893D-8878-6284-8F4910D988BF}"/>
                </a:ext>
              </a:extLst>
            </p:cNvPr>
            <p:cNvCxnSpPr>
              <a:stCxn id="14" idx="3"/>
              <a:endCxn id="12" idx="1"/>
            </p:cNvCxnSpPr>
            <p:nvPr/>
          </p:nvCxnSpPr>
          <p:spPr>
            <a:xfrm flipV="1">
              <a:off x="2100943" y="1741714"/>
              <a:ext cx="737046" cy="132500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: Angulado 19">
              <a:extLst>
                <a:ext uri="{FF2B5EF4-FFF2-40B4-BE49-F238E27FC236}">
                  <a16:creationId xmlns:a16="http://schemas.microsoft.com/office/drawing/2014/main" id="{1134D883-DA79-01DC-5243-757DD7C23404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2100943" y="3066723"/>
              <a:ext cx="737046" cy="144780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3EBF9828-E61B-E942-9110-1A9BAC20EA95}"/>
                </a:ext>
              </a:extLst>
            </p:cNvPr>
            <p:cNvCxnSpPr>
              <a:stCxn id="14" idx="3"/>
              <a:endCxn id="8" idx="1"/>
            </p:cNvCxnSpPr>
            <p:nvPr/>
          </p:nvCxnSpPr>
          <p:spPr>
            <a:xfrm>
              <a:off x="2100943" y="3066723"/>
              <a:ext cx="73704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E63C2FF1-3B88-8F64-F6F6-C85299D9D944}"/>
                </a:ext>
              </a:extLst>
            </p:cNvPr>
            <p:cNvCxnSpPr>
              <a:stCxn id="12" idx="3"/>
              <a:endCxn id="10" idx="1"/>
            </p:cNvCxnSpPr>
            <p:nvPr/>
          </p:nvCxnSpPr>
          <p:spPr>
            <a:xfrm flipV="1">
              <a:off x="3915675" y="1741713"/>
              <a:ext cx="61822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id="{475E568C-6EAA-0E4F-E0C7-5DC697147948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>
              <a:off x="3915675" y="3066723"/>
              <a:ext cx="618223" cy="57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de Seta Reta 31">
              <a:extLst>
                <a:ext uri="{FF2B5EF4-FFF2-40B4-BE49-F238E27FC236}">
                  <a16:creationId xmlns:a16="http://schemas.microsoft.com/office/drawing/2014/main" id="{75926CBD-B8C1-9ED9-4B81-0E82227D2B1D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3915675" y="4514524"/>
              <a:ext cx="618223" cy="7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: Angulado 33">
              <a:extLst>
                <a:ext uri="{FF2B5EF4-FFF2-40B4-BE49-F238E27FC236}">
                  <a16:creationId xmlns:a16="http://schemas.microsoft.com/office/drawing/2014/main" id="{6509C6AF-F079-83A0-5744-3556A00A9F95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>
              <a:off x="5611584" y="1741713"/>
              <a:ext cx="930733" cy="132501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: Angulado 35">
              <a:extLst>
                <a:ext uri="{FF2B5EF4-FFF2-40B4-BE49-F238E27FC236}">
                  <a16:creationId xmlns:a16="http://schemas.microsoft.com/office/drawing/2014/main" id="{74A1A84C-D014-57B2-67EF-F094EC2042FA}"/>
                </a:ext>
              </a:extLst>
            </p:cNvPr>
            <p:cNvCxnSpPr>
              <a:stCxn id="16" idx="3"/>
              <a:endCxn id="13" idx="1"/>
            </p:cNvCxnSpPr>
            <p:nvPr/>
          </p:nvCxnSpPr>
          <p:spPr>
            <a:xfrm flipV="1">
              <a:off x="5611584" y="3066723"/>
              <a:ext cx="930733" cy="1455637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de Seta Reta 44">
              <a:extLst>
                <a:ext uri="{FF2B5EF4-FFF2-40B4-BE49-F238E27FC236}">
                  <a16:creationId xmlns:a16="http://schemas.microsoft.com/office/drawing/2014/main" id="{8F8230A9-51F5-EBDD-BFC3-1FC108670B36}"/>
                </a:ext>
              </a:extLst>
            </p:cNvPr>
            <p:cNvCxnSpPr>
              <a:stCxn id="11" idx="3"/>
              <a:endCxn id="13" idx="1"/>
            </p:cNvCxnSpPr>
            <p:nvPr/>
          </p:nvCxnSpPr>
          <p:spPr>
            <a:xfrm flipV="1">
              <a:off x="5611584" y="3066723"/>
              <a:ext cx="930733" cy="57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66DABBAA-2872-7529-1E12-7230EED81385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562100" y="1251857"/>
              <a:ext cx="0" cy="3265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>
              <a:extLst>
                <a:ext uri="{FF2B5EF4-FFF2-40B4-BE49-F238E27FC236}">
                  <a16:creationId xmlns:a16="http://schemas.microsoft.com/office/drawing/2014/main" id="{6C70F50D-EC03-F72B-3E28-7B2072D963D4}"/>
                </a:ext>
              </a:extLst>
            </p:cNvPr>
            <p:cNvCxnSpPr>
              <a:stCxn id="7" idx="2"/>
              <a:endCxn id="14" idx="0"/>
            </p:cNvCxnSpPr>
            <p:nvPr/>
          </p:nvCxnSpPr>
          <p:spPr>
            <a:xfrm>
              <a:off x="1562100" y="2625531"/>
              <a:ext cx="0" cy="2844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98BFB536-58CB-C403-EA17-5CDA73504114}"/>
              </a:ext>
            </a:extLst>
          </p:cNvPr>
          <p:cNvSpPr txBox="1"/>
          <p:nvPr/>
        </p:nvSpPr>
        <p:spPr>
          <a:xfrm>
            <a:off x="8637180" y="209660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E45E3DA-72BC-3938-9280-1B4F41698D59}"/>
              </a:ext>
            </a:extLst>
          </p:cNvPr>
          <p:cNvSpPr txBox="1"/>
          <p:nvPr/>
        </p:nvSpPr>
        <p:spPr>
          <a:xfrm>
            <a:off x="8623959" y="318006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89DD620-19DE-E421-5F8D-B2D50F7EF9A3}"/>
              </a:ext>
            </a:extLst>
          </p:cNvPr>
          <p:cNvSpPr txBox="1"/>
          <p:nvPr/>
        </p:nvSpPr>
        <p:spPr>
          <a:xfrm>
            <a:off x="8623959" y="433644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94236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EDEBE72-8E77-93F5-65D9-3997A2DE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12" y="2336185"/>
            <a:ext cx="5372100" cy="218563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0A8F271-1843-4141-6B68-4B15A03AE24F}"/>
              </a:ext>
            </a:extLst>
          </p:cNvPr>
          <p:cNvGrpSpPr/>
          <p:nvPr/>
        </p:nvGrpSpPr>
        <p:grpSpPr>
          <a:xfrm>
            <a:off x="6326124" y="1440432"/>
            <a:ext cx="5372098" cy="3977135"/>
            <a:chOff x="707571" y="587829"/>
            <a:chExt cx="5910942" cy="4376057"/>
          </a:xfrm>
        </p:grpSpPr>
        <p:sp>
          <p:nvSpPr>
            <p:cNvPr id="4" name="Fluxograma: Terminação 3">
              <a:extLst>
                <a:ext uri="{FF2B5EF4-FFF2-40B4-BE49-F238E27FC236}">
                  <a16:creationId xmlns:a16="http://schemas.microsoft.com/office/drawing/2014/main" id="{261BF1BD-BF25-7288-268D-BFA29D67E71E}"/>
                </a:ext>
              </a:extLst>
            </p:cNvPr>
            <p:cNvSpPr/>
            <p:nvPr/>
          </p:nvSpPr>
          <p:spPr>
            <a:xfrm>
              <a:off x="707571" y="587829"/>
              <a:ext cx="1382486" cy="511628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62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Inicio</a:t>
              </a:r>
              <a:endParaRPr lang="pt-BR"/>
            </a:p>
          </p:txBody>
        </p:sp>
        <p:sp>
          <p:nvSpPr>
            <p:cNvPr id="5" name="Fluxograma: Terminação 4">
              <a:extLst>
                <a:ext uri="{FF2B5EF4-FFF2-40B4-BE49-F238E27FC236}">
                  <a16:creationId xmlns:a16="http://schemas.microsoft.com/office/drawing/2014/main" id="{77712619-BF6A-AEFC-49F4-3AD38FB9846D}"/>
                </a:ext>
              </a:extLst>
            </p:cNvPr>
            <p:cNvSpPr/>
            <p:nvPr/>
          </p:nvSpPr>
          <p:spPr>
            <a:xfrm>
              <a:off x="5236027" y="2525487"/>
              <a:ext cx="1382486" cy="511628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62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Fim</a:t>
              </a:r>
              <a:endParaRPr lang="pt-BR"/>
            </a:p>
          </p:txBody>
        </p:sp>
        <p:sp>
          <p:nvSpPr>
            <p:cNvPr id="6" name="Fluxograma: Documento 5">
              <a:extLst>
                <a:ext uri="{FF2B5EF4-FFF2-40B4-BE49-F238E27FC236}">
                  <a16:creationId xmlns:a16="http://schemas.microsoft.com/office/drawing/2014/main" id="{511F4B6F-1E25-A8F0-2FC6-65D28E0712A3}"/>
                </a:ext>
              </a:extLst>
            </p:cNvPr>
            <p:cNvSpPr/>
            <p:nvPr/>
          </p:nvSpPr>
          <p:spPr>
            <a:xfrm>
              <a:off x="707571" y="1371600"/>
              <a:ext cx="1382486" cy="1219200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62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Digite um número: </a:t>
              </a:r>
              <a:endParaRPr lang="pt-BR"/>
            </a:p>
          </p:txBody>
        </p:sp>
        <p:sp>
          <p:nvSpPr>
            <p:cNvPr id="7" name="Fluxograma: Decisão 6">
              <a:extLst>
                <a:ext uri="{FF2B5EF4-FFF2-40B4-BE49-F238E27FC236}">
                  <a16:creationId xmlns:a16="http://schemas.microsoft.com/office/drawing/2014/main" id="{59A76CBF-6819-906F-9731-A221D861ACEE}"/>
                </a:ext>
              </a:extLst>
            </p:cNvPr>
            <p:cNvSpPr/>
            <p:nvPr/>
          </p:nvSpPr>
          <p:spPr>
            <a:xfrm>
              <a:off x="707571" y="3853543"/>
              <a:ext cx="1382486" cy="1110343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44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n1&gt;=10 e n1&lt;= 50</a:t>
              </a:r>
              <a:endParaRPr lang="pt-BR" sz="1600"/>
            </a:p>
          </p:txBody>
        </p:sp>
        <p:sp>
          <p:nvSpPr>
            <p:cNvPr id="8" name="Fluxograma: Entrada Manual 7">
              <a:extLst>
                <a:ext uri="{FF2B5EF4-FFF2-40B4-BE49-F238E27FC236}">
                  <a16:creationId xmlns:a16="http://schemas.microsoft.com/office/drawing/2014/main" id="{7570987A-793B-5265-18E5-1294D7DB2576}"/>
                </a:ext>
              </a:extLst>
            </p:cNvPr>
            <p:cNvSpPr/>
            <p:nvPr/>
          </p:nvSpPr>
          <p:spPr>
            <a:xfrm>
              <a:off x="707571" y="2906485"/>
              <a:ext cx="1382486" cy="631372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62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n1</a:t>
              </a:r>
              <a:endParaRPr lang="pt-BR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8E9DACEC-BDF6-68F9-BBA2-FC173EE6B1C0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1398814" y="1099457"/>
              <a:ext cx="0" cy="2721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0D8A339E-AF5B-211D-C1BA-839DFAA00F25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1398814" y="2510197"/>
              <a:ext cx="0" cy="4594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01326AA0-4069-999A-FCC8-797E44359AAB}"/>
                </a:ext>
              </a:extLst>
            </p:cNvPr>
            <p:cNvCxnSpPr>
              <a:stCxn id="8" idx="2"/>
              <a:endCxn id="7" idx="0"/>
            </p:cNvCxnSpPr>
            <p:nvPr/>
          </p:nvCxnSpPr>
          <p:spPr>
            <a:xfrm>
              <a:off x="1398814" y="3537857"/>
              <a:ext cx="0" cy="3156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uxograma: Documento 16">
              <a:extLst>
                <a:ext uri="{FF2B5EF4-FFF2-40B4-BE49-F238E27FC236}">
                  <a16:creationId xmlns:a16="http://schemas.microsoft.com/office/drawing/2014/main" id="{F7EB18E7-D71C-2004-A1CB-A4039BBDF30A}"/>
                </a:ext>
              </a:extLst>
            </p:cNvPr>
            <p:cNvSpPr/>
            <p:nvPr/>
          </p:nvSpPr>
          <p:spPr>
            <a:xfrm>
              <a:off x="2971799" y="1371600"/>
              <a:ext cx="1382486" cy="1219200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44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“O número “ , n1 “ está entre 10 e 50 </a:t>
              </a:r>
              <a:endParaRPr lang="pt-BR" sz="1600" dirty="0"/>
            </a:p>
          </p:txBody>
        </p:sp>
        <p:sp>
          <p:nvSpPr>
            <p:cNvPr id="18" name="Fluxograma: Documento 17">
              <a:extLst>
                <a:ext uri="{FF2B5EF4-FFF2-40B4-BE49-F238E27FC236}">
                  <a16:creationId xmlns:a16="http://schemas.microsoft.com/office/drawing/2014/main" id="{D4079885-6F46-93F6-BEC4-3C3EDDDF9DCC}"/>
                </a:ext>
              </a:extLst>
            </p:cNvPr>
            <p:cNvSpPr/>
            <p:nvPr/>
          </p:nvSpPr>
          <p:spPr>
            <a:xfrm>
              <a:off x="2971799" y="3048001"/>
              <a:ext cx="1382486" cy="1219200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822960">
                <a:spcAft>
                  <a:spcPts val="600"/>
                </a:spcAft>
              </a:pPr>
              <a:r>
                <a:rPr lang="pt-BR" sz="144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“O número “ , n1 “ não está entre 10 e 50 </a:t>
              </a:r>
              <a:endParaRPr lang="pt-BR" sz="1600"/>
            </a:p>
          </p:txBody>
        </p:sp>
        <p:cxnSp>
          <p:nvCxnSpPr>
            <p:cNvPr id="20" name="Conector: Angulado 19">
              <a:extLst>
                <a:ext uri="{FF2B5EF4-FFF2-40B4-BE49-F238E27FC236}">
                  <a16:creationId xmlns:a16="http://schemas.microsoft.com/office/drawing/2014/main" id="{EF05BBE4-88A8-9547-AA52-FECC6409D7EE}"/>
                </a:ext>
              </a:extLst>
            </p:cNvPr>
            <p:cNvCxnSpPr>
              <a:stCxn id="7" idx="3"/>
              <a:endCxn id="17" idx="1"/>
            </p:cNvCxnSpPr>
            <p:nvPr/>
          </p:nvCxnSpPr>
          <p:spPr>
            <a:xfrm flipV="1">
              <a:off x="2090057" y="1981200"/>
              <a:ext cx="881742" cy="242751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: Angulado 21">
              <a:extLst>
                <a:ext uri="{FF2B5EF4-FFF2-40B4-BE49-F238E27FC236}">
                  <a16:creationId xmlns:a16="http://schemas.microsoft.com/office/drawing/2014/main" id="{923849CC-53DC-BA5D-1F1D-80D17D27C1AB}"/>
                </a:ext>
              </a:extLst>
            </p:cNvPr>
            <p:cNvCxnSpPr>
              <a:stCxn id="7" idx="3"/>
              <a:endCxn id="18" idx="1"/>
            </p:cNvCxnSpPr>
            <p:nvPr/>
          </p:nvCxnSpPr>
          <p:spPr>
            <a:xfrm flipV="1">
              <a:off x="2090057" y="3657601"/>
              <a:ext cx="881742" cy="75111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id="{903AEFE6-027F-3A01-6DB5-25AAC2207D37}"/>
                </a:ext>
              </a:extLst>
            </p:cNvPr>
            <p:cNvCxnSpPr>
              <a:stCxn id="17" idx="3"/>
              <a:endCxn id="5" idx="1"/>
            </p:cNvCxnSpPr>
            <p:nvPr/>
          </p:nvCxnSpPr>
          <p:spPr>
            <a:xfrm>
              <a:off x="4354285" y="1981200"/>
              <a:ext cx="881742" cy="80010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: Angulado 25">
              <a:extLst>
                <a:ext uri="{FF2B5EF4-FFF2-40B4-BE49-F238E27FC236}">
                  <a16:creationId xmlns:a16="http://schemas.microsoft.com/office/drawing/2014/main" id="{3C40E1D4-856A-AD2A-DE35-1C02F8FEB5BC}"/>
                </a:ext>
              </a:extLst>
            </p:cNvPr>
            <p:cNvCxnSpPr>
              <a:stCxn id="18" idx="3"/>
              <a:endCxn id="5" idx="1"/>
            </p:cNvCxnSpPr>
            <p:nvPr/>
          </p:nvCxnSpPr>
          <p:spPr>
            <a:xfrm flipV="1">
              <a:off x="4354285" y="2781301"/>
              <a:ext cx="881742" cy="8763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E2E31268-DD70-119E-C151-8362CA660DF2}"/>
                </a:ext>
              </a:extLst>
            </p:cNvPr>
            <p:cNvSpPr txBox="1"/>
            <p:nvPr/>
          </p:nvSpPr>
          <p:spPr>
            <a:xfrm>
              <a:off x="2530928" y="1672779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22960">
                <a:spcAft>
                  <a:spcPts val="600"/>
                </a:spcAft>
              </a:pPr>
              <a:r>
                <a:rPr lang="pt-BR" sz="1620" kern="1200">
                  <a:solidFill>
                    <a:srgbClr val="EDEDED"/>
                  </a:solidFill>
                  <a:latin typeface="+mn-lt"/>
                  <a:ea typeface="+mn-ea"/>
                  <a:cs typeface="+mn-cs"/>
                </a:rPr>
                <a:t>V</a:t>
              </a:r>
              <a:endParaRPr lang="pt-BR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FF23F7AF-55EA-5F0C-BB30-2765A26B0B01}"/>
                </a:ext>
              </a:extLst>
            </p:cNvPr>
            <p:cNvSpPr txBox="1"/>
            <p:nvPr/>
          </p:nvSpPr>
          <p:spPr>
            <a:xfrm>
              <a:off x="2530928" y="331652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822960">
                <a:spcAft>
                  <a:spcPts val="600"/>
                </a:spcAft>
              </a:pPr>
              <a:r>
                <a:rPr lang="pt-BR" sz="1620" kern="1200">
                  <a:solidFill>
                    <a:srgbClr val="EDEDED"/>
                  </a:solidFill>
                  <a:latin typeface="+mn-lt"/>
                  <a:ea typeface="+mn-ea"/>
                  <a:cs typeface="+mn-cs"/>
                </a:rPr>
                <a:t>F</a:t>
              </a:r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9039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Agrupar 180">
            <a:extLst>
              <a:ext uri="{FF2B5EF4-FFF2-40B4-BE49-F238E27FC236}">
                <a16:creationId xmlns:a16="http://schemas.microsoft.com/office/drawing/2014/main" id="{9F71B36B-AF2F-1596-9E03-F19FA17CB792}"/>
              </a:ext>
            </a:extLst>
          </p:cNvPr>
          <p:cNvGrpSpPr/>
          <p:nvPr/>
        </p:nvGrpSpPr>
        <p:grpSpPr>
          <a:xfrm>
            <a:off x="609600" y="21771"/>
            <a:ext cx="10972800" cy="6160913"/>
            <a:chOff x="206829" y="189667"/>
            <a:chExt cx="10972800" cy="6160913"/>
          </a:xfrm>
        </p:grpSpPr>
        <p:sp>
          <p:nvSpPr>
            <p:cNvPr id="4" name="Fluxograma: Terminação 3">
              <a:extLst>
                <a:ext uri="{FF2B5EF4-FFF2-40B4-BE49-F238E27FC236}">
                  <a16:creationId xmlns:a16="http://schemas.microsoft.com/office/drawing/2014/main" id="{662E9AC9-4FE8-0E4B-DE38-58C922414E1D}"/>
                </a:ext>
              </a:extLst>
            </p:cNvPr>
            <p:cNvSpPr/>
            <p:nvPr/>
          </p:nvSpPr>
          <p:spPr>
            <a:xfrm>
              <a:off x="206829" y="189667"/>
              <a:ext cx="1276631" cy="280944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Inicio</a:t>
              </a:r>
            </a:p>
          </p:txBody>
        </p:sp>
        <p:sp>
          <p:nvSpPr>
            <p:cNvPr id="5" name="Fluxograma: Terminação 4">
              <a:extLst>
                <a:ext uri="{FF2B5EF4-FFF2-40B4-BE49-F238E27FC236}">
                  <a16:creationId xmlns:a16="http://schemas.microsoft.com/office/drawing/2014/main" id="{73DDB04E-41B6-5D87-52B5-C75C99898244}"/>
                </a:ext>
              </a:extLst>
            </p:cNvPr>
            <p:cNvSpPr/>
            <p:nvPr/>
          </p:nvSpPr>
          <p:spPr>
            <a:xfrm>
              <a:off x="9902998" y="5894274"/>
              <a:ext cx="1276631" cy="280944"/>
            </a:xfrm>
            <a:prstGeom prst="flowChartTermina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Fim</a:t>
              </a:r>
            </a:p>
          </p:txBody>
        </p:sp>
        <p:sp>
          <p:nvSpPr>
            <p:cNvPr id="6" name="Fluxograma: Documento 5">
              <a:extLst>
                <a:ext uri="{FF2B5EF4-FFF2-40B4-BE49-F238E27FC236}">
                  <a16:creationId xmlns:a16="http://schemas.microsoft.com/office/drawing/2014/main" id="{2965B345-3607-0BAA-AB50-C23AC06A809F}"/>
                </a:ext>
              </a:extLst>
            </p:cNvPr>
            <p:cNvSpPr/>
            <p:nvPr/>
          </p:nvSpPr>
          <p:spPr>
            <a:xfrm>
              <a:off x="206829" y="608093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Digite um número:</a:t>
              </a:r>
            </a:p>
          </p:txBody>
        </p:sp>
        <p:sp>
          <p:nvSpPr>
            <p:cNvPr id="7" name="Fluxograma: Decisão 6">
              <a:extLst>
                <a:ext uri="{FF2B5EF4-FFF2-40B4-BE49-F238E27FC236}">
                  <a16:creationId xmlns:a16="http://schemas.microsoft.com/office/drawing/2014/main" id="{40BF90DF-FB50-C12E-B06A-86A024721BE7}"/>
                </a:ext>
              </a:extLst>
            </p:cNvPr>
            <p:cNvSpPr/>
            <p:nvPr/>
          </p:nvSpPr>
          <p:spPr>
            <a:xfrm>
              <a:off x="5591049" y="598683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n1 == n3 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n2 == n3</a:t>
              </a:r>
            </a:p>
          </p:txBody>
        </p:sp>
        <p:sp>
          <p:nvSpPr>
            <p:cNvPr id="8" name="Fluxograma: Entrada Manual 7">
              <a:extLst>
                <a:ext uri="{FF2B5EF4-FFF2-40B4-BE49-F238E27FC236}">
                  <a16:creationId xmlns:a16="http://schemas.microsoft.com/office/drawing/2014/main" id="{499CCB90-AFCF-7930-62DC-995E02FF7F1B}"/>
                </a:ext>
              </a:extLst>
            </p:cNvPr>
            <p:cNvSpPr/>
            <p:nvPr/>
          </p:nvSpPr>
          <p:spPr>
            <a:xfrm>
              <a:off x="206829" y="1301487"/>
              <a:ext cx="1276631" cy="346698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n1</a:t>
              </a:r>
            </a:p>
          </p:txBody>
        </p:sp>
        <p:sp>
          <p:nvSpPr>
            <p:cNvPr id="19" name="Fluxograma: Documento 18">
              <a:extLst>
                <a:ext uri="{FF2B5EF4-FFF2-40B4-BE49-F238E27FC236}">
                  <a16:creationId xmlns:a16="http://schemas.microsoft.com/office/drawing/2014/main" id="{0C191C03-2C79-FA74-952D-62E7CF2690E1}"/>
                </a:ext>
              </a:extLst>
            </p:cNvPr>
            <p:cNvSpPr/>
            <p:nvPr/>
          </p:nvSpPr>
          <p:spPr>
            <a:xfrm>
              <a:off x="1935809" y="608093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Digite outro número</a:t>
              </a:r>
              <a:r>
                <a:rPr lang="pt-BR" dirty="0"/>
                <a:t>:</a:t>
              </a:r>
            </a:p>
          </p:txBody>
        </p:sp>
        <p:sp>
          <p:nvSpPr>
            <p:cNvPr id="20" name="Fluxograma: Documento 19">
              <a:extLst>
                <a:ext uri="{FF2B5EF4-FFF2-40B4-BE49-F238E27FC236}">
                  <a16:creationId xmlns:a16="http://schemas.microsoft.com/office/drawing/2014/main" id="{5DB6CF53-E079-5FB5-F4F5-2B08D1D349C9}"/>
                </a:ext>
              </a:extLst>
            </p:cNvPr>
            <p:cNvSpPr/>
            <p:nvPr/>
          </p:nvSpPr>
          <p:spPr>
            <a:xfrm>
              <a:off x="3664789" y="608093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Digite outro número</a:t>
              </a:r>
              <a:r>
                <a:rPr lang="pt-BR" dirty="0"/>
                <a:t>:</a:t>
              </a:r>
            </a:p>
          </p:txBody>
        </p:sp>
        <p:sp>
          <p:nvSpPr>
            <p:cNvPr id="21" name="Fluxograma: Entrada Manual 20">
              <a:extLst>
                <a:ext uri="{FF2B5EF4-FFF2-40B4-BE49-F238E27FC236}">
                  <a16:creationId xmlns:a16="http://schemas.microsoft.com/office/drawing/2014/main" id="{755B68B2-2460-AB51-111B-95EB5545A502}"/>
                </a:ext>
              </a:extLst>
            </p:cNvPr>
            <p:cNvSpPr/>
            <p:nvPr/>
          </p:nvSpPr>
          <p:spPr>
            <a:xfrm>
              <a:off x="1935808" y="1301487"/>
              <a:ext cx="1276631" cy="346698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n2</a:t>
              </a:r>
            </a:p>
          </p:txBody>
        </p:sp>
        <p:sp>
          <p:nvSpPr>
            <p:cNvPr id="22" name="Fluxograma: Entrada Manual 21">
              <a:extLst>
                <a:ext uri="{FF2B5EF4-FFF2-40B4-BE49-F238E27FC236}">
                  <a16:creationId xmlns:a16="http://schemas.microsoft.com/office/drawing/2014/main" id="{AA48E8AE-2327-3A6F-E834-30683F126858}"/>
                </a:ext>
              </a:extLst>
            </p:cNvPr>
            <p:cNvSpPr/>
            <p:nvPr/>
          </p:nvSpPr>
          <p:spPr>
            <a:xfrm>
              <a:off x="3664788" y="1284737"/>
              <a:ext cx="1276631" cy="346698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n3</a:t>
              </a:r>
            </a:p>
          </p:txBody>
        </p:sp>
        <p:sp>
          <p:nvSpPr>
            <p:cNvPr id="28" name="Fluxograma: Documento 27">
              <a:extLst>
                <a:ext uri="{FF2B5EF4-FFF2-40B4-BE49-F238E27FC236}">
                  <a16:creationId xmlns:a16="http://schemas.microsoft.com/office/drawing/2014/main" id="{4DD332E0-2972-A6B1-3A35-19759DCEFD54}"/>
                </a:ext>
              </a:extLst>
            </p:cNvPr>
            <p:cNvSpPr/>
            <p:nvPr/>
          </p:nvSpPr>
          <p:spPr>
            <a:xfrm>
              <a:off x="7338873" y="578205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“Os três números são iguais”</a:t>
              </a:r>
            </a:p>
          </p:txBody>
        </p:sp>
        <p:sp>
          <p:nvSpPr>
            <p:cNvPr id="29" name="Fluxograma: Decisão 28">
              <a:extLst>
                <a:ext uri="{FF2B5EF4-FFF2-40B4-BE49-F238E27FC236}">
                  <a16:creationId xmlns:a16="http://schemas.microsoft.com/office/drawing/2014/main" id="{90651484-8628-970A-AFE8-2EFCD6FD8E88}"/>
                </a:ext>
              </a:extLst>
            </p:cNvPr>
            <p:cNvSpPr/>
            <p:nvPr/>
          </p:nvSpPr>
          <p:spPr>
            <a:xfrm>
              <a:off x="5594810" y="1438972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n1 == n2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n1 &gt; n3 </a:t>
              </a:r>
            </a:p>
          </p:txBody>
        </p:sp>
        <p:sp>
          <p:nvSpPr>
            <p:cNvPr id="31" name="Fluxograma: Documento 30">
              <a:extLst>
                <a:ext uri="{FF2B5EF4-FFF2-40B4-BE49-F238E27FC236}">
                  <a16:creationId xmlns:a16="http://schemas.microsoft.com/office/drawing/2014/main" id="{916C35B5-C6AB-A1B0-19AF-E437B37221AA}"/>
                </a:ext>
              </a:extLst>
            </p:cNvPr>
            <p:cNvSpPr/>
            <p:nvPr/>
          </p:nvSpPr>
          <p:spPr>
            <a:xfrm>
              <a:off x="7338873" y="1409084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“Os números 1 e 2 são os maiores”</a:t>
              </a:r>
            </a:p>
          </p:txBody>
        </p:sp>
        <p:sp>
          <p:nvSpPr>
            <p:cNvPr id="32" name="Fluxograma: Documento 31">
              <a:extLst>
                <a:ext uri="{FF2B5EF4-FFF2-40B4-BE49-F238E27FC236}">
                  <a16:creationId xmlns:a16="http://schemas.microsoft.com/office/drawing/2014/main" id="{A5E1E1CD-F358-5CCF-A8D1-34CA382449F1}"/>
                </a:ext>
              </a:extLst>
            </p:cNvPr>
            <p:cNvSpPr/>
            <p:nvPr/>
          </p:nvSpPr>
          <p:spPr>
            <a:xfrm>
              <a:off x="7346410" y="2239963"/>
              <a:ext cx="127663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“Os números 1 e 3 são os maiores”</a:t>
              </a:r>
            </a:p>
          </p:txBody>
        </p:sp>
        <p:cxnSp>
          <p:nvCxnSpPr>
            <p:cNvPr id="34" name="Conector de Seta Reta 33">
              <a:extLst>
                <a:ext uri="{FF2B5EF4-FFF2-40B4-BE49-F238E27FC236}">
                  <a16:creationId xmlns:a16="http://schemas.microsoft.com/office/drawing/2014/main" id="{DBCF379D-2F54-D002-AF45-9845B6A2AAF5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845145" y="470611"/>
              <a:ext cx="0" cy="1374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de Seta Reta 35">
              <a:extLst>
                <a:ext uri="{FF2B5EF4-FFF2-40B4-BE49-F238E27FC236}">
                  <a16:creationId xmlns:a16="http://schemas.microsoft.com/office/drawing/2014/main" id="{0106193A-96D2-981C-AEEC-831849AE658A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>
              <a:off x="845145" y="1233318"/>
              <a:ext cx="0" cy="1028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: Angulado 38">
              <a:extLst>
                <a:ext uri="{FF2B5EF4-FFF2-40B4-BE49-F238E27FC236}">
                  <a16:creationId xmlns:a16="http://schemas.microsoft.com/office/drawing/2014/main" id="{DB1F2D08-6DB9-F308-067A-3F6289E0945D}"/>
                </a:ext>
              </a:extLst>
            </p:cNvPr>
            <p:cNvCxnSpPr>
              <a:stCxn id="8" idx="3"/>
              <a:endCxn id="19" idx="1"/>
            </p:cNvCxnSpPr>
            <p:nvPr/>
          </p:nvCxnSpPr>
          <p:spPr>
            <a:xfrm flipV="1">
              <a:off x="1483460" y="942836"/>
              <a:ext cx="452349" cy="5320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de Seta Reta 41">
              <a:extLst>
                <a:ext uri="{FF2B5EF4-FFF2-40B4-BE49-F238E27FC236}">
                  <a16:creationId xmlns:a16="http://schemas.microsoft.com/office/drawing/2014/main" id="{0A5CD24F-12A7-1766-0EEF-54CB46A4DD94}"/>
                </a:ext>
              </a:extLst>
            </p:cNvPr>
            <p:cNvCxnSpPr>
              <a:stCxn id="19" idx="2"/>
              <a:endCxn id="21" idx="0"/>
            </p:cNvCxnSpPr>
            <p:nvPr/>
          </p:nvCxnSpPr>
          <p:spPr>
            <a:xfrm flipH="1">
              <a:off x="2574124" y="1233318"/>
              <a:ext cx="1" cy="1028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: Angulado 43">
              <a:extLst>
                <a:ext uri="{FF2B5EF4-FFF2-40B4-BE49-F238E27FC236}">
                  <a16:creationId xmlns:a16="http://schemas.microsoft.com/office/drawing/2014/main" id="{C31E6973-4532-1287-9799-E6920DDA8F8F}"/>
                </a:ext>
              </a:extLst>
            </p:cNvPr>
            <p:cNvCxnSpPr>
              <a:stCxn id="21" idx="3"/>
              <a:endCxn id="20" idx="1"/>
            </p:cNvCxnSpPr>
            <p:nvPr/>
          </p:nvCxnSpPr>
          <p:spPr>
            <a:xfrm flipV="1">
              <a:off x="3212440" y="942836"/>
              <a:ext cx="452350" cy="5320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de Seta Reta 46">
              <a:extLst>
                <a:ext uri="{FF2B5EF4-FFF2-40B4-BE49-F238E27FC236}">
                  <a16:creationId xmlns:a16="http://schemas.microsoft.com/office/drawing/2014/main" id="{6E0D63D9-D965-8C07-6B7D-7EB8AD785853}"/>
                </a:ext>
              </a:extLst>
            </p:cNvPr>
            <p:cNvCxnSpPr>
              <a:stCxn id="20" idx="2"/>
              <a:endCxn id="22" idx="0"/>
            </p:cNvCxnSpPr>
            <p:nvPr/>
          </p:nvCxnSpPr>
          <p:spPr>
            <a:xfrm flipH="1">
              <a:off x="4303104" y="1233318"/>
              <a:ext cx="1" cy="860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: Angulado 48">
              <a:extLst>
                <a:ext uri="{FF2B5EF4-FFF2-40B4-BE49-F238E27FC236}">
                  <a16:creationId xmlns:a16="http://schemas.microsoft.com/office/drawing/2014/main" id="{251A3560-7A24-4161-FFFA-E70A62FC15A6}"/>
                </a:ext>
              </a:extLst>
            </p:cNvPr>
            <p:cNvCxnSpPr>
              <a:stCxn id="22" idx="3"/>
              <a:endCxn id="7" idx="1"/>
            </p:cNvCxnSpPr>
            <p:nvPr/>
          </p:nvCxnSpPr>
          <p:spPr>
            <a:xfrm flipV="1">
              <a:off x="4941419" y="903538"/>
              <a:ext cx="649630" cy="55454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de Seta Reta 50">
              <a:extLst>
                <a:ext uri="{FF2B5EF4-FFF2-40B4-BE49-F238E27FC236}">
                  <a16:creationId xmlns:a16="http://schemas.microsoft.com/office/drawing/2014/main" id="{9BFF3B50-2468-9615-FDD6-781BB7C36AA3}"/>
                </a:ext>
              </a:extLst>
            </p:cNvPr>
            <p:cNvCxnSpPr>
              <a:stCxn id="7" idx="3"/>
              <a:endCxn id="28" idx="1"/>
            </p:cNvCxnSpPr>
            <p:nvPr/>
          </p:nvCxnSpPr>
          <p:spPr>
            <a:xfrm>
              <a:off x="6867680" y="903538"/>
              <a:ext cx="471193" cy="94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4C311596-E54A-572C-AB28-22B96F44BF8A}"/>
                </a:ext>
              </a:extLst>
            </p:cNvPr>
            <p:cNvSpPr txBox="1"/>
            <p:nvPr/>
          </p:nvSpPr>
          <p:spPr>
            <a:xfrm>
              <a:off x="6895441" y="663585"/>
              <a:ext cx="419431" cy="3009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cxnSp>
          <p:nvCxnSpPr>
            <p:cNvPr id="55" name="Conector de Seta Reta 54">
              <a:extLst>
                <a:ext uri="{FF2B5EF4-FFF2-40B4-BE49-F238E27FC236}">
                  <a16:creationId xmlns:a16="http://schemas.microsoft.com/office/drawing/2014/main" id="{BC0CD333-55A2-E5DB-BADE-3C73ECA6F2E8}"/>
                </a:ext>
              </a:extLst>
            </p:cNvPr>
            <p:cNvCxnSpPr>
              <a:stCxn id="7" idx="2"/>
              <a:endCxn id="29" idx="0"/>
            </p:cNvCxnSpPr>
            <p:nvPr/>
          </p:nvCxnSpPr>
          <p:spPr>
            <a:xfrm>
              <a:off x="6229365" y="1208392"/>
              <a:ext cx="3761" cy="230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id="{95CC3706-42AE-CA8E-6C23-E8A092428ED3}"/>
                </a:ext>
              </a:extLst>
            </p:cNvPr>
            <p:cNvSpPr txBox="1"/>
            <p:nvPr/>
          </p:nvSpPr>
          <p:spPr>
            <a:xfrm rot="16200000">
              <a:off x="5860978" y="1205277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  <p:cxnSp>
          <p:nvCxnSpPr>
            <p:cNvPr id="61" name="Conector: Angulado 60">
              <a:extLst>
                <a:ext uri="{FF2B5EF4-FFF2-40B4-BE49-F238E27FC236}">
                  <a16:creationId xmlns:a16="http://schemas.microsoft.com/office/drawing/2014/main" id="{C2907E5C-5E52-CC67-B8BE-4B65F7CEDF39}"/>
                </a:ext>
              </a:extLst>
            </p:cNvPr>
            <p:cNvCxnSpPr>
              <a:stCxn id="28" idx="3"/>
              <a:endCxn id="5" idx="0"/>
            </p:cNvCxnSpPr>
            <p:nvPr/>
          </p:nvCxnSpPr>
          <p:spPr>
            <a:xfrm>
              <a:off x="8615504" y="912948"/>
              <a:ext cx="1925810" cy="498132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>
              <a:extLst>
                <a:ext uri="{FF2B5EF4-FFF2-40B4-BE49-F238E27FC236}">
                  <a16:creationId xmlns:a16="http://schemas.microsoft.com/office/drawing/2014/main" id="{9F2CF911-3077-3FCA-D979-73C4446EC6B0}"/>
                </a:ext>
              </a:extLst>
            </p:cNvPr>
            <p:cNvCxnSpPr>
              <a:stCxn id="29" idx="3"/>
              <a:endCxn id="31" idx="1"/>
            </p:cNvCxnSpPr>
            <p:nvPr/>
          </p:nvCxnSpPr>
          <p:spPr>
            <a:xfrm flipV="1">
              <a:off x="6871442" y="1743827"/>
              <a:ext cx="46743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: Angulado 65">
              <a:extLst>
                <a:ext uri="{FF2B5EF4-FFF2-40B4-BE49-F238E27FC236}">
                  <a16:creationId xmlns:a16="http://schemas.microsoft.com/office/drawing/2014/main" id="{4FADCBE4-5456-CF06-1E0E-742E293F6335}"/>
                </a:ext>
              </a:extLst>
            </p:cNvPr>
            <p:cNvCxnSpPr>
              <a:stCxn id="31" idx="3"/>
              <a:endCxn id="5" idx="0"/>
            </p:cNvCxnSpPr>
            <p:nvPr/>
          </p:nvCxnSpPr>
          <p:spPr>
            <a:xfrm>
              <a:off x="8615504" y="1743827"/>
              <a:ext cx="1925810" cy="415044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luxograma: Decisão 66">
              <a:extLst>
                <a:ext uri="{FF2B5EF4-FFF2-40B4-BE49-F238E27FC236}">
                  <a16:creationId xmlns:a16="http://schemas.microsoft.com/office/drawing/2014/main" id="{C1E5B7C5-EBE0-62A0-37F3-9AD3CA18F42F}"/>
                </a:ext>
              </a:extLst>
            </p:cNvPr>
            <p:cNvSpPr/>
            <p:nvPr/>
          </p:nvSpPr>
          <p:spPr>
            <a:xfrm>
              <a:off x="5598579" y="2269851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n1 == n3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n1 &gt; n2</a:t>
              </a:r>
            </a:p>
          </p:txBody>
        </p:sp>
        <p:cxnSp>
          <p:nvCxnSpPr>
            <p:cNvPr id="69" name="Conector de Seta Reta 68">
              <a:extLst>
                <a:ext uri="{FF2B5EF4-FFF2-40B4-BE49-F238E27FC236}">
                  <a16:creationId xmlns:a16="http://schemas.microsoft.com/office/drawing/2014/main" id="{7A632214-E625-B06E-5BB6-3D17D742F98F}"/>
                </a:ext>
              </a:extLst>
            </p:cNvPr>
            <p:cNvCxnSpPr>
              <a:stCxn id="29" idx="2"/>
              <a:endCxn id="67" idx="0"/>
            </p:cNvCxnSpPr>
            <p:nvPr/>
          </p:nvCxnSpPr>
          <p:spPr>
            <a:xfrm>
              <a:off x="6233126" y="2048681"/>
              <a:ext cx="3769" cy="2211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027C34C9-E5DC-F9AC-AADF-AD41E361A909}"/>
                </a:ext>
              </a:extLst>
            </p:cNvPr>
            <p:cNvSpPr txBox="1"/>
            <p:nvPr/>
          </p:nvSpPr>
          <p:spPr>
            <a:xfrm rot="16200000">
              <a:off x="5860978" y="2029919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274B038B-9941-5EDC-E04F-0629F039DDE5}"/>
                </a:ext>
              </a:extLst>
            </p:cNvPr>
            <p:cNvSpPr txBox="1"/>
            <p:nvPr/>
          </p:nvSpPr>
          <p:spPr>
            <a:xfrm>
              <a:off x="6863904" y="1504206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cxnSp>
          <p:nvCxnSpPr>
            <p:cNvPr id="75" name="Conector de Seta Reta 74">
              <a:extLst>
                <a:ext uri="{FF2B5EF4-FFF2-40B4-BE49-F238E27FC236}">
                  <a16:creationId xmlns:a16="http://schemas.microsoft.com/office/drawing/2014/main" id="{5365D22D-AF92-51AF-815F-474B4183F796}"/>
                </a:ext>
              </a:extLst>
            </p:cNvPr>
            <p:cNvCxnSpPr>
              <a:stCxn id="67" idx="3"/>
              <a:endCxn id="32" idx="1"/>
            </p:cNvCxnSpPr>
            <p:nvPr/>
          </p:nvCxnSpPr>
          <p:spPr>
            <a:xfrm>
              <a:off x="6875210" y="2574706"/>
              <a:ext cx="471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: Angulado 80">
              <a:extLst>
                <a:ext uri="{FF2B5EF4-FFF2-40B4-BE49-F238E27FC236}">
                  <a16:creationId xmlns:a16="http://schemas.microsoft.com/office/drawing/2014/main" id="{65DF569D-464D-FD08-77D5-9C7768CF80EE}"/>
                </a:ext>
              </a:extLst>
            </p:cNvPr>
            <p:cNvCxnSpPr>
              <a:stCxn id="32" idx="3"/>
              <a:endCxn id="5" idx="0"/>
            </p:cNvCxnSpPr>
            <p:nvPr/>
          </p:nvCxnSpPr>
          <p:spPr>
            <a:xfrm>
              <a:off x="8623041" y="2574706"/>
              <a:ext cx="1918273" cy="331956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C3C98D08-1A1F-E84C-D182-257F7B3842E8}"/>
                </a:ext>
              </a:extLst>
            </p:cNvPr>
            <p:cNvSpPr txBox="1"/>
            <p:nvPr/>
          </p:nvSpPr>
          <p:spPr>
            <a:xfrm>
              <a:off x="6871441" y="2317282"/>
              <a:ext cx="5228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38E3C866-914E-C4F8-ED77-C652C9DE3FB2}"/>
                </a:ext>
              </a:extLst>
            </p:cNvPr>
            <p:cNvSpPr txBox="1"/>
            <p:nvPr/>
          </p:nvSpPr>
          <p:spPr>
            <a:xfrm rot="16200000">
              <a:off x="5860979" y="2877084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  <p:sp>
          <p:nvSpPr>
            <p:cNvPr id="84" name="Fluxograma: Decisão 83">
              <a:extLst>
                <a:ext uri="{FF2B5EF4-FFF2-40B4-BE49-F238E27FC236}">
                  <a16:creationId xmlns:a16="http://schemas.microsoft.com/office/drawing/2014/main" id="{D8F9473D-C4D1-89BA-EF2D-F6395151132C}"/>
                </a:ext>
              </a:extLst>
            </p:cNvPr>
            <p:cNvSpPr/>
            <p:nvPr/>
          </p:nvSpPr>
          <p:spPr>
            <a:xfrm>
              <a:off x="5594810" y="3100730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n2 == n3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n2 &gt; n1</a:t>
              </a:r>
            </a:p>
          </p:txBody>
        </p:sp>
        <p:cxnSp>
          <p:nvCxnSpPr>
            <p:cNvPr id="86" name="Conector de Seta Reta 85">
              <a:extLst>
                <a:ext uri="{FF2B5EF4-FFF2-40B4-BE49-F238E27FC236}">
                  <a16:creationId xmlns:a16="http://schemas.microsoft.com/office/drawing/2014/main" id="{134C1C95-4A39-AE79-6674-D7B5356027E1}"/>
                </a:ext>
              </a:extLst>
            </p:cNvPr>
            <p:cNvCxnSpPr>
              <a:stCxn id="67" idx="2"/>
              <a:endCxn id="84" idx="0"/>
            </p:cNvCxnSpPr>
            <p:nvPr/>
          </p:nvCxnSpPr>
          <p:spPr>
            <a:xfrm flipH="1">
              <a:off x="6233126" y="2879560"/>
              <a:ext cx="3769" cy="2211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Fluxograma: Documento 86">
              <a:extLst>
                <a:ext uri="{FF2B5EF4-FFF2-40B4-BE49-F238E27FC236}">
                  <a16:creationId xmlns:a16="http://schemas.microsoft.com/office/drawing/2014/main" id="{0B78BA25-1A3C-099D-BFDB-55E308341943}"/>
                </a:ext>
              </a:extLst>
            </p:cNvPr>
            <p:cNvSpPr/>
            <p:nvPr/>
          </p:nvSpPr>
          <p:spPr>
            <a:xfrm>
              <a:off x="7333547" y="3070842"/>
              <a:ext cx="1289491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“Os números 2 e 3 são os maiores”</a:t>
              </a:r>
            </a:p>
          </p:txBody>
        </p: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id="{08F90C94-628D-80A7-3CE2-60E22099093C}"/>
                </a:ext>
              </a:extLst>
            </p:cNvPr>
            <p:cNvCxnSpPr>
              <a:cxnSpLocks/>
              <a:stCxn id="84" idx="3"/>
              <a:endCxn id="87" idx="1"/>
            </p:cNvCxnSpPr>
            <p:nvPr/>
          </p:nvCxnSpPr>
          <p:spPr>
            <a:xfrm>
              <a:off x="6871441" y="3405585"/>
              <a:ext cx="4621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id="{568F0AAA-6A97-5A98-ED42-74A8398C4CC3}"/>
                </a:ext>
              </a:extLst>
            </p:cNvPr>
            <p:cNvSpPr txBox="1"/>
            <p:nvPr/>
          </p:nvSpPr>
          <p:spPr>
            <a:xfrm>
              <a:off x="6853315" y="3130358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cxnSp>
          <p:nvCxnSpPr>
            <p:cNvPr id="95" name="Conector: Angulado 94">
              <a:extLst>
                <a:ext uri="{FF2B5EF4-FFF2-40B4-BE49-F238E27FC236}">
                  <a16:creationId xmlns:a16="http://schemas.microsoft.com/office/drawing/2014/main" id="{AE6C9621-964F-37BE-44F6-1A31D9010388}"/>
                </a:ext>
              </a:extLst>
            </p:cNvPr>
            <p:cNvCxnSpPr>
              <a:cxnSpLocks/>
              <a:stCxn id="87" idx="3"/>
              <a:endCxn id="5" idx="1"/>
            </p:cNvCxnSpPr>
            <p:nvPr/>
          </p:nvCxnSpPr>
          <p:spPr>
            <a:xfrm>
              <a:off x="8623038" y="3405585"/>
              <a:ext cx="1279960" cy="262916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Fluxograma: Decisão 96">
              <a:extLst>
                <a:ext uri="{FF2B5EF4-FFF2-40B4-BE49-F238E27FC236}">
                  <a16:creationId xmlns:a16="http://schemas.microsoft.com/office/drawing/2014/main" id="{A677AB78-ED52-81E2-A79F-71E33990E143}"/>
                </a:ext>
              </a:extLst>
            </p:cNvPr>
            <p:cNvSpPr/>
            <p:nvPr/>
          </p:nvSpPr>
          <p:spPr>
            <a:xfrm>
              <a:off x="5594810" y="3927312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n1 &gt; n2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n1 &gt; n3</a:t>
              </a:r>
            </a:p>
          </p:txBody>
        </p:sp>
        <p:sp>
          <p:nvSpPr>
            <p:cNvPr id="98" name="Fluxograma: Documento 97">
              <a:extLst>
                <a:ext uri="{FF2B5EF4-FFF2-40B4-BE49-F238E27FC236}">
                  <a16:creationId xmlns:a16="http://schemas.microsoft.com/office/drawing/2014/main" id="{7E7EC3F0-E506-6E7C-4EDF-9E1BF33ED306}"/>
                </a:ext>
              </a:extLst>
            </p:cNvPr>
            <p:cNvSpPr/>
            <p:nvPr/>
          </p:nvSpPr>
          <p:spPr>
            <a:xfrm>
              <a:off x="7333546" y="3897423"/>
              <a:ext cx="1289492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 primeiro número é o maior”</a:t>
              </a:r>
            </a:p>
          </p:txBody>
        </p: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id="{5A5956AB-0CDE-C274-44AF-3A34BFF32656}"/>
                </a:ext>
              </a:extLst>
            </p:cNvPr>
            <p:cNvCxnSpPr>
              <a:stCxn id="84" idx="2"/>
              <a:endCxn id="97" idx="0"/>
            </p:cNvCxnSpPr>
            <p:nvPr/>
          </p:nvCxnSpPr>
          <p:spPr>
            <a:xfrm>
              <a:off x="6233126" y="3710439"/>
              <a:ext cx="0" cy="2168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id="{41EB178B-FBA0-09EA-3196-BC929229E143}"/>
                </a:ext>
              </a:extLst>
            </p:cNvPr>
            <p:cNvCxnSpPr>
              <a:cxnSpLocks/>
              <a:stCxn id="97" idx="3"/>
              <a:endCxn id="98" idx="1"/>
            </p:cNvCxnSpPr>
            <p:nvPr/>
          </p:nvCxnSpPr>
          <p:spPr>
            <a:xfrm flipV="1">
              <a:off x="6871441" y="4232166"/>
              <a:ext cx="46210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: Angulado 104">
              <a:extLst>
                <a:ext uri="{FF2B5EF4-FFF2-40B4-BE49-F238E27FC236}">
                  <a16:creationId xmlns:a16="http://schemas.microsoft.com/office/drawing/2014/main" id="{4D995073-ADD8-B870-725D-AF1A4045FB73}"/>
                </a:ext>
              </a:extLst>
            </p:cNvPr>
            <p:cNvCxnSpPr>
              <a:cxnSpLocks/>
              <a:stCxn id="98" idx="3"/>
              <a:endCxn id="5" idx="1"/>
            </p:cNvCxnSpPr>
            <p:nvPr/>
          </p:nvCxnSpPr>
          <p:spPr>
            <a:xfrm>
              <a:off x="8623038" y="4232166"/>
              <a:ext cx="1279960" cy="180258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Fluxograma: Decisão 132">
              <a:extLst>
                <a:ext uri="{FF2B5EF4-FFF2-40B4-BE49-F238E27FC236}">
                  <a16:creationId xmlns:a16="http://schemas.microsoft.com/office/drawing/2014/main" id="{D6AD38B4-7A0A-44B2-B973-C054EB4C3239}"/>
                </a:ext>
              </a:extLst>
            </p:cNvPr>
            <p:cNvSpPr/>
            <p:nvPr/>
          </p:nvSpPr>
          <p:spPr>
            <a:xfrm>
              <a:off x="5594810" y="4809319"/>
              <a:ext cx="1276631" cy="609709"/>
            </a:xfrm>
            <a:prstGeom prst="flowChartDecis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dirty="0"/>
                <a:t>n2 &gt; n1</a:t>
              </a:r>
            </a:p>
            <a:p>
              <a:pPr algn="ctr"/>
              <a:r>
                <a:rPr lang="pt-BR" sz="800" dirty="0"/>
                <a:t>E</a:t>
              </a:r>
            </a:p>
            <a:p>
              <a:pPr algn="ctr"/>
              <a:r>
                <a:rPr lang="pt-BR" sz="800" dirty="0"/>
                <a:t>n2 &gt; n3</a:t>
              </a:r>
            </a:p>
          </p:txBody>
        </p:sp>
        <p:sp>
          <p:nvSpPr>
            <p:cNvPr id="134" name="Fluxograma: Documento 133">
              <a:extLst>
                <a:ext uri="{FF2B5EF4-FFF2-40B4-BE49-F238E27FC236}">
                  <a16:creationId xmlns:a16="http://schemas.microsoft.com/office/drawing/2014/main" id="{A21E4897-2B3B-1173-455E-50300C281A29}"/>
                </a:ext>
              </a:extLst>
            </p:cNvPr>
            <p:cNvSpPr/>
            <p:nvPr/>
          </p:nvSpPr>
          <p:spPr>
            <a:xfrm>
              <a:off x="7333546" y="4779430"/>
              <a:ext cx="1289492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 segundo número é o maior”</a:t>
              </a:r>
            </a:p>
          </p:txBody>
        </p:sp>
        <p:cxnSp>
          <p:nvCxnSpPr>
            <p:cNvPr id="136" name="Conector de Seta Reta 135">
              <a:extLst>
                <a:ext uri="{FF2B5EF4-FFF2-40B4-BE49-F238E27FC236}">
                  <a16:creationId xmlns:a16="http://schemas.microsoft.com/office/drawing/2014/main" id="{F9930244-8E94-1316-2067-EC92B0CF438B}"/>
                </a:ext>
              </a:extLst>
            </p:cNvPr>
            <p:cNvCxnSpPr>
              <a:stCxn id="133" idx="3"/>
              <a:endCxn id="134" idx="1"/>
            </p:cNvCxnSpPr>
            <p:nvPr/>
          </p:nvCxnSpPr>
          <p:spPr>
            <a:xfrm flipV="1">
              <a:off x="6871441" y="5114173"/>
              <a:ext cx="46210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de Seta Reta 137">
              <a:extLst>
                <a:ext uri="{FF2B5EF4-FFF2-40B4-BE49-F238E27FC236}">
                  <a16:creationId xmlns:a16="http://schemas.microsoft.com/office/drawing/2014/main" id="{5D342C6F-EA74-15FA-18C7-05D70620C2F2}"/>
                </a:ext>
              </a:extLst>
            </p:cNvPr>
            <p:cNvCxnSpPr>
              <a:stCxn id="97" idx="2"/>
              <a:endCxn id="133" idx="0"/>
            </p:cNvCxnSpPr>
            <p:nvPr/>
          </p:nvCxnSpPr>
          <p:spPr>
            <a:xfrm>
              <a:off x="6233126" y="4537021"/>
              <a:ext cx="0" cy="272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: Angulado 141">
              <a:extLst>
                <a:ext uri="{FF2B5EF4-FFF2-40B4-BE49-F238E27FC236}">
                  <a16:creationId xmlns:a16="http://schemas.microsoft.com/office/drawing/2014/main" id="{BF766306-F790-7302-04AE-4A24118264E9}"/>
                </a:ext>
              </a:extLst>
            </p:cNvPr>
            <p:cNvCxnSpPr>
              <a:stCxn id="134" idx="3"/>
              <a:endCxn id="5" idx="1"/>
            </p:cNvCxnSpPr>
            <p:nvPr/>
          </p:nvCxnSpPr>
          <p:spPr>
            <a:xfrm>
              <a:off x="8623038" y="5114173"/>
              <a:ext cx="1279960" cy="92057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Fluxograma: Documento 151">
              <a:extLst>
                <a:ext uri="{FF2B5EF4-FFF2-40B4-BE49-F238E27FC236}">
                  <a16:creationId xmlns:a16="http://schemas.microsoft.com/office/drawing/2014/main" id="{DEC85981-8360-F96A-31A2-215D3137ECB4}"/>
                </a:ext>
              </a:extLst>
            </p:cNvPr>
            <p:cNvSpPr/>
            <p:nvPr/>
          </p:nvSpPr>
          <p:spPr>
            <a:xfrm>
              <a:off x="7343745" y="5681095"/>
              <a:ext cx="1289492" cy="669485"/>
            </a:xfrm>
            <a:prstGeom prst="flowChartDocumen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/>
                <a:t>“O Terceiro número é o maior”</a:t>
              </a:r>
            </a:p>
          </p:txBody>
        </p:sp>
        <p:cxnSp>
          <p:nvCxnSpPr>
            <p:cNvPr id="154" name="Conector: Angulado 153">
              <a:extLst>
                <a:ext uri="{FF2B5EF4-FFF2-40B4-BE49-F238E27FC236}">
                  <a16:creationId xmlns:a16="http://schemas.microsoft.com/office/drawing/2014/main" id="{573D659B-B947-596A-FB14-65FAF2EEC1A1}"/>
                </a:ext>
              </a:extLst>
            </p:cNvPr>
            <p:cNvCxnSpPr>
              <a:stCxn id="133" idx="2"/>
              <a:endCxn id="152" idx="1"/>
            </p:cNvCxnSpPr>
            <p:nvPr/>
          </p:nvCxnSpPr>
          <p:spPr>
            <a:xfrm rot="16200000" flipH="1">
              <a:off x="6490030" y="5162123"/>
              <a:ext cx="596810" cy="111061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de Seta Reta 155">
              <a:extLst>
                <a:ext uri="{FF2B5EF4-FFF2-40B4-BE49-F238E27FC236}">
                  <a16:creationId xmlns:a16="http://schemas.microsoft.com/office/drawing/2014/main" id="{2AA94676-6186-6C5C-9891-03A44B724D61}"/>
                </a:ext>
              </a:extLst>
            </p:cNvPr>
            <p:cNvCxnSpPr>
              <a:stCxn id="152" idx="3"/>
              <a:endCxn id="5" idx="1"/>
            </p:cNvCxnSpPr>
            <p:nvPr/>
          </p:nvCxnSpPr>
          <p:spPr>
            <a:xfrm>
              <a:off x="8633237" y="6015838"/>
              <a:ext cx="1269761" cy="18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CaixaDeTexto 163">
              <a:extLst>
                <a:ext uri="{FF2B5EF4-FFF2-40B4-BE49-F238E27FC236}">
                  <a16:creationId xmlns:a16="http://schemas.microsoft.com/office/drawing/2014/main" id="{450ED75E-6F82-AB60-D4C4-06FCE1A8CC31}"/>
                </a:ext>
              </a:extLst>
            </p:cNvPr>
            <p:cNvSpPr txBox="1"/>
            <p:nvPr/>
          </p:nvSpPr>
          <p:spPr>
            <a:xfrm>
              <a:off x="6847225" y="3949594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sp>
          <p:nvSpPr>
            <p:cNvPr id="165" name="CaixaDeTexto 164">
              <a:extLst>
                <a:ext uri="{FF2B5EF4-FFF2-40B4-BE49-F238E27FC236}">
                  <a16:creationId xmlns:a16="http://schemas.microsoft.com/office/drawing/2014/main" id="{2BAD0063-A8FB-05B2-37C5-A64FA832EDBA}"/>
                </a:ext>
              </a:extLst>
            </p:cNvPr>
            <p:cNvSpPr txBox="1"/>
            <p:nvPr/>
          </p:nvSpPr>
          <p:spPr>
            <a:xfrm>
              <a:off x="6821280" y="4762488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Sim</a:t>
              </a:r>
            </a:p>
          </p:txBody>
        </p: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8F328C59-CA01-E723-1ACB-6239D02F340F}"/>
                </a:ext>
              </a:extLst>
            </p:cNvPr>
            <p:cNvSpPr txBox="1"/>
            <p:nvPr/>
          </p:nvSpPr>
          <p:spPr>
            <a:xfrm rot="16200000">
              <a:off x="5860979" y="3695764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  <p:sp>
          <p:nvSpPr>
            <p:cNvPr id="171" name="CaixaDeTexto 170">
              <a:extLst>
                <a:ext uri="{FF2B5EF4-FFF2-40B4-BE49-F238E27FC236}">
                  <a16:creationId xmlns:a16="http://schemas.microsoft.com/office/drawing/2014/main" id="{935948B8-A639-DBFF-0CDF-A8CB2F57051C}"/>
                </a:ext>
              </a:extLst>
            </p:cNvPr>
            <p:cNvSpPr txBox="1"/>
            <p:nvPr/>
          </p:nvSpPr>
          <p:spPr>
            <a:xfrm rot="16200000">
              <a:off x="5849967" y="4550059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10B25253-A981-C82C-470D-F537657D02BA}"/>
                </a:ext>
              </a:extLst>
            </p:cNvPr>
            <p:cNvSpPr txBox="1"/>
            <p:nvPr/>
          </p:nvSpPr>
          <p:spPr>
            <a:xfrm rot="16200000">
              <a:off x="5889052" y="5549696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/>
                <a:t>Não</a:t>
              </a:r>
            </a:p>
          </p:txBody>
        </p:sp>
      </p:grpSp>
      <p:pic>
        <p:nvPicPr>
          <p:cNvPr id="184" name="Imagem 183">
            <a:extLst>
              <a:ext uri="{FF2B5EF4-FFF2-40B4-BE49-F238E27FC236}">
                <a16:creationId xmlns:a16="http://schemas.microsoft.com/office/drawing/2014/main" id="{BB5A8F65-B292-B52E-75BC-0828D023D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83" y="1570740"/>
            <a:ext cx="5163271" cy="51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242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310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CALEBE AFONSO DO NASCIMENTO</dc:creator>
  <cp:lastModifiedBy>CALEBE AFONSO DO NASCIMENTO</cp:lastModifiedBy>
  <cp:revision>2</cp:revision>
  <dcterms:created xsi:type="dcterms:W3CDTF">2026-04-08T11:50:37Z</dcterms:created>
  <dcterms:modified xsi:type="dcterms:W3CDTF">2026-04-08T19:20:35Z</dcterms:modified>
</cp:coreProperties>
</file>